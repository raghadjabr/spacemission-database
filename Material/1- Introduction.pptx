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20"/>
  </p:notesMasterIdLst>
  <p:sldIdLst>
    <p:sldId id="428" r:id="rId5"/>
    <p:sldId id="426" r:id="rId6"/>
    <p:sldId id="413" r:id="rId7"/>
    <p:sldId id="414" r:id="rId8"/>
    <p:sldId id="258" r:id="rId9"/>
    <p:sldId id="425" r:id="rId10"/>
    <p:sldId id="422" r:id="rId11"/>
    <p:sldId id="423" r:id="rId12"/>
    <p:sldId id="424" r:id="rId13"/>
    <p:sldId id="417" r:id="rId14"/>
    <p:sldId id="260" r:id="rId15"/>
    <p:sldId id="322" r:id="rId16"/>
    <p:sldId id="272" r:id="rId17"/>
    <p:sldId id="430" r:id="rId18"/>
    <p:sldId id="429" r:id="rId19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na Hammad" initials="LH" lastIdx="1" clrIdx="0">
    <p:extLst>
      <p:ext uri="{19B8F6BF-5375-455C-9EA6-DF929625EA0E}">
        <p15:presenceInfo xmlns:p15="http://schemas.microsoft.com/office/powerpoint/2012/main" userId="Lina Hamma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CAC"/>
    <a:srgbClr val="006B76"/>
    <a:srgbClr val="EDF8F9"/>
    <a:srgbClr val="F3FAFB"/>
    <a:srgbClr val="E5F5F7"/>
    <a:srgbClr val="DFF3F5"/>
    <a:srgbClr val="D1EEF1"/>
    <a:srgbClr val="007D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552CED-7FC2-43B9-92EC-E987171E5B90}" v="40" dt="2022-03-13T08:11:31.0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398" autoAdjust="0"/>
  </p:normalViewPr>
  <p:slideViewPr>
    <p:cSldViewPr snapToGrid="0">
      <p:cViewPr varScale="1">
        <p:scale>
          <a:sx n="71" d="100"/>
          <a:sy n="71" d="100"/>
        </p:scale>
        <p:origin x="10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a.Hammad" userId="34ac694d-4f26-42b1-9dae-635b039c0c5e" providerId="ADAL" clId="{7E3921F2-9170-4DFB-BC33-AE39A4EAE99E}"/>
    <pc:docChg chg="undo custSel delSld modSld sldOrd">
      <pc:chgData name="Lina.Hammad" userId="34ac694d-4f26-42b1-9dae-635b039c0c5e" providerId="ADAL" clId="{7E3921F2-9170-4DFB-BC33-AE39A4EAE99E}" dt="2021-07-13T12:12:24.333" v="214" actId="729"/>
      <pc:docMkLst>
        <pc:docMk/>
      </pc:docMkLst>
      <pc:sldChg chg="modSp mod">
        <pc:chgData name="Lina.Hammad" userId="34ac694d-4f26-42b1-9dae-635b039c0c5e" providerId="ADAL" clId="{7E3921F2-9170-4DFB-BC33-AE39A4EAE99E}" dt="2021-07-12T09:42:33.169" v="1" actId="113"/>
        <pc:sldMkLst>
          <pc:docMk/>
          <pc:sldMk cId="1851797916" sldId="258"/>
        </pc:sldMkLst>
        <pc:spChg chg="mod">
          <ac:chgData name="Lina.Hammad" userId="34ac694d-4f26-42b1-9dae-635b039c0c5e" providerId="ADAL" clId="{7E3921F2-9170-4DFB-BC33-AE39A4EAE99E}" dt="2021-07-12T09:42:33.169" v="1" actId="113"/>
          <ac:spMkLst>
            <pc:docMk/>
            <pc:sldMk cId="1851797916" sldId="258"/>
            <ac:spMk id="4" creationId="{00000000-0000-0000-0000-000000000000}"/>
          </ac:spMkLst>
        </pc:spChg>
      </pc:sldChg>
      <pc:sldChg chg="modSp mod">
        <pc:chgData name="Lina.Hammad" userId="34ac694d-4f26-42b1-9dae-635b039c0c5e" providerId="ADAL" clId="{7E3921F2-9170-4DFB-BC33-AE39A4EAE99E}" dt="2021-07-12T10:08:18.239" v="13" actId="20577"/>
        <pc:sldMkLst>
          <pc:docMk/>
          <pc:sldMk cId="3830753990" sldId="260"/>
        </pc:sldMkLst>
        <pc:spChg chg="mod">
          <ac:chgData name="Lina.Hammad" userId="34ac694d-4f26-42b1-9dae-635b039c0c5e" providerId="ADAL" clId="{7E3921F2-9170-4DFB-BC33-AE39A4EAE99E}" dt="2021-07-12T10:08:18.239" v="13" actId="20577"/>
          <ac:spMkLst>
            <pc:docMk/>
            <pc:sldMk cId="3830753990" sldId="260"/>
            <ac:spMk id="4" creationId="{00000000-0000-0000-0000-000000000000}"/>
          </ac:spMkLst>
        </pc:spChg>
      </pc:sldChg>
      <pc:sldChg chg="modSp mod">
        <pc:chgData name="Lina.Hammad" userId="34ac694d-4f26-42b1-9dae-635b039c0c5e" providerId="ADAL" clId="{7E3921F2-9170-4DFB-BC33-AE39A4EAE99E}" dt="2021-07-13T12:06:03.023" v="212" actId="1076"/>
        <pc:sldMkLst>
          <pc:docMk/>
          <pc:sldMk cId="1663323258" sldId="262"/>
        </pc:sldMkLst>
        <pc:spChg chg="mod">
          <ac:chgData name="Lina.Hammad" userId="34ac694d-4f26-42b1-9dae-635b039c0c5e" providerId="ADAL" clId="{7E3921F2-9170-4DFB-BC33-AE39A4EAE99E}" dt="2021-07-13T12:06:03.023" v="212" actId="1076"/>
          <ac:spMkLst>
            <pc:docMk/>
            <pc:sldMk cId="1663323258" sldId="262"/>
            <ac:spMk id="4" creationId="{00000000-0000-0000-0000-000000000000}"/>
          </ac:spMkLst>
        </pc:spChg>
      </pc:sldChg>
      <pc:sldChg chg="ord">
        <pc:chgData name="Lina.Hammad" userId="34ac694d-4f26-42b1-9dae-635b039c0c5e" providerId="ADAL" clId="{7E3921F2-9170-4DFB-BC33-AE39A4EAE99E}" dt="2021-07-13T12:05:41.894" v="211"/>
        <pc:sldMkLst>
          <pc:docMk/>
          <pc:sldMk cId="957917491" sldId="266"/>
        </pc:sldMkLst>
      </pc:sldChg>
      <pc:sldChg chg="modSp mod">
        <pc:chgData name="Lina.Hammad" userId="34ac694d-4f26-42b1-9dae-635b039c0c5e" providerId="ADAL" clId="{7E3921F2-9170-4DFB-BC33-AE39A4EAE99E}" dt="2021-07-13T12:12:20.126" v="213" actId="33524"/>
        <pc:sldMkLst>
          <pc:docMk/>
          <pc:sldMk cId="1977929527" sldId="271"/>
        </pc:sldMkLst>
        <pc:spChg chg="mod">
          <ac:chgData name="Lina.Hammad" userId="34ac694d-4f26-42b1-9dae-635b039c0c5e" providerId="ADAL" clId="{7E3921F2-9170-4DFB-BC33-AE39A4EAE99E}" dt="2021-07-13T12:12:20.126" v="213" actId="33524"/>
          <ac:spMkLst>
            <pc:docMk/>
            <pc:sldMk cId="1977929527" sldId="271"/>
            <ac:spMk id="4" creationId="{00000000-0000-0000-0000-000000000000}"/>
          </ac:spMkLst>
        </pc:spChg>
      </pc:sldChg>
      <pc:sldChg chg="modSp mod">
        <pc:chgData name="Lina.Hammad" userId="34ac694d-4f26-42b1-9dae-635b039c0c5e" providerId="ADAL" clId="{7E3921F2-9170-4DFB-BC33-AE39A4EAE99E}" dt="2021-07-13T09:15:09.813" v="32" actId="20577"/>
        <pc:sldMkLst>
          <pc:docMk/>
          <pc:sldMk cId="4228438062" sldId="272"/>
        </pc:sldMkLst>
        <pc:spChg chg="mod">
          <ac:chgData name="Lina.Hammad" userId="34ac694d-4f26-42b1-9dae-635b039c0c5e" providerId="ADAL" clId="{7E3921F2-9170-4DFB-BC33-AE39A4EAE99E}" dt="2021-07-13T09:15:09.813" v="32" actId="20577"/>
          <ac:spMkLst>
            <pc:docMk/>
            <pc:sldMk cId="4228438062" sldId="272"/>
            <ac:spMk id="4" creationId="{00000000-0000-0000-0000-000000000000}"/>
          </ac:spMkLst>
        </pc:spChg>
      </pc:sldChg>
      <pc:sldChg chg="modSp mod">
        <pc:chgData name="Lina.Hammad" userId="34ac694d-4f26-42b1-9dae-635b039c0c5e" providerId="ADAL" clId="{7E3921F2-9170-4DFB-BC33-AE39A4EAE99E}" dt="2021-07-13T10:48:12.636" v="100" actId="6549"/>
        <pc:sldMkLst>
          <pc:docMk/>
          <pc:sldMk cId="1874849681" sldId="273"/>
        </pc:sldMkLst>
        <pc:spChg chg="mod">
          <ac:chgData name="Lina.Hammad" userId="34ac694d-4f26-42b1-9dae-635b039c0c5e" providerId="ADAL" clId="{7E3921F2-9170-4DFB-BC33-AE39A4EAE99E}" dt="2021-07-13T10:48:12.636" v="100" actId="6549"/>
          <ac:spMkLst>
            <pc:docMk/>
            <pc:sldMk cId="1874849681" sldId="273"/>
            <ac:spMk id="4" creationId="{00000000-0000-0000-0000-000000000000}"/>
          </ac:spMkLst>
        </pc:spChg>
      </pc:sldChg>
      <pc:sldChg chg="modSp mod">
        <pc:chgData name="Lina.Hammad" userId="34ac694d-4f26-42b1-9dae-635b039c0c5e" providerId="ADAL" clId="{7E3921F2-9170-4DFB-BC33-AE39A4EAE99E}" dt="2021-07-13T10:50:12.794" v="166" actId="20577"/>
        <pc:sldMkLst>
          <pc:docMk/>
          <pc:sldMk cId="4163101904" sldId="274"/>
        </pc:sldMkLst>
        <pc:graphicFrameChg chg="mod modGraphic">
          <ac:chgData name="Lina.Hammad" userId="34ac694d-4f26-42b1-9dae-635b039c0c5e" providerId="ADAL" clId="{7E3921F2-9170-4DFB-BC33-AE39A4EAE99E}" dt="2021-07-13T10:50:12.794" v="166" actId="20577"/>
          <ac:graphicFrameMkLst>
            <pc:docMk/>
            <pc:sldMk cId="4163101904" sldId="274"/>
            <ac:graphicFrameMk id="5" creationId="{00000000-0000-0000-0000-000000000000}"/>
          </ac:graphicFrameMkLst>
        </pc:graphicFrameChg>
      </pc:sldChg>
      <pc:sldChg chg="modSp">
        <pc:chgData name="Lina.Hammad" userId="34ac694d-4f26-42b1-9dae-635b039c0c5e" providerId="ADAL" clId="{7E3921F2-9170-4DFB-BC33-AE39A4EAE99E}" dt="2021-07-13T12:01:49.652" v="191" actId="255"/>
        <pc:sldMkLst>
          <pc:docMk/>
          <pc:sldMk cId="880158531" sldId="278"/>
        </pc:sldMkLst>
        <pc:graphicFrameChg chg="mod">
          <ac:chgData name="Lina.Hammad" userId="34ac694d-4f26-42b1-9dae-635b039c0c5e" providerId="ADAL" clId="{7E3921F2-9170-4DFB-BC33-AE39A4EAE99E}" dt="2021-07-13T12:01:49.652" v="191" actId="255"/>
          <ac:graphicFrameMkLst>
            <pc:docMk/>
            <pc:sldMk cId="880158531" sldId="278"/>
            <ac:graphicFrameMk id="3" creationId="{00000000-0000-0000-0000-000000000000}"/>
          </ac:graphicFrameMkLst>
        </pc:graphicFrameChg>
      </pc:sldChg>
      <pc:sldChg chg="mod modShow">
        <pc:chgData name="Lina.Hammad" userId="34ac694d-4f26-42b1-9dae-635b039c0c5e" providerId="ADAL" clId="{7E3921F2-9170-4DFB-BC33-AE39A4EAE99E}" dt="2021-07-13T12:12:24.333" v="214" actId="729"/>
        <pc:sldMkLst>
          <pc:docMk/>
          <pc:sldMk cId="3019167012" sldId="307"/>
        </pc:sldMkLst>
      </pc:sldChg>
      <pc:sldChg chg="modSp">
        <pc:chgData name="Lina.Hammad" userId="34ac694d-4f26-42b1-9dae-635b039c0c5e" providerId="ADAL" clId="{7E3921F2-9170-4DFB-BC33-AE39A4EAE99E}" dt="2021-07-13T12:02:16.398" v="195" actId="255"/>
        <pc:sldMkLst>
          <pc:docMk/>
          <pc:sldMk cId="1759068050" sldId="360"/>
        </pc:sldMkLst>
        <pc:graphicFrameChg chg="mod">
          <ac:chgData name="Lina.Hammad" userId="34ac694d-4f26-42b1-9dae-635b039c0c5e" providerId="ADAL" clId="{7E3921F2-9170-4DFB-BC33-AE39A4EAE99E}" dt="2021-07-13T12:02:16.398" v="195" actId="255"/>
          <ac:graphicFrameMkLst>
            <pc:docMk/>
            <pc:sldMk cId="1759068050" sldId="360"/>
            <ac:graphicFrameMk id="4" creationId="{00000000-0000-0000-0000-000000000000}"/>
          </ac:graphicFrameMkLst>
        </pc:graphicFrameChg>
      </pc:sldChg>
      <pc:sldChg chg="addSp modSp mod">
        <pc:chgData name="Lina.Hammad" userId="34ac694d-4f26-42b1-9dae-635b039c0c5e" providerId="ADAL" clId="{7E3921F2-9170-4DFB-BC33-AE39A4EAE99E}" dt="2021-07-13T12:02:46.139" v="209" actId="20577"/>
        <pc:sldMkLst>
          <pc:docMk/>
          <pc:sldMk cId="2686563224" sldId="361"/>
        </pc:sldMkLst>
        <pc:spChg chg="add mod">
          <ac:chgData name="Lina.Hammad" userId="34ac694d-4f26-42b1-9dae-635b039c0c5e" providerId="ADAL" clId="{7E3921F2-9170-4DFB-BC33-AE39A4EAE99E}" dt="2021-07-13T12:02:32.511" v="198"/>
          <ac:spMkLst>
            <pc:docMk/>
            <pc:sldMk cId="2686563224" sldId="361"/>
            <ac:spMk id="4" creationId="{9A166FC2-55DC-4D80-B9DD-E0995F89CEDA}"/>
          </ac:spMkLst>
        </pc:spChg>
        <pc:spChg chg="add mod">
          <ac:chgData name="Lina.Hammad" userId="34ac694d-4f26-42b1-9dae-635b039c0c5e" providerId="ADAL" clId="{7E3921F2-9170-4DFB-BC33-AE39A4EAE99E}" dt="2021-07-13T12:02:46.139" v="209" actId="20577"/>
          <ac:spMkLst>
            <pc:docMk/>
            <pc:sldMk cId="2686563224" sldId="361"/>
            <ac:spMk id="5" creationId="{E0BBF6D6-365E-4871-8968-838E45FD1C2A}"/>
          </ac:spMkLst>
        </pc:spChg>
        <pc:grpChg chg="add mod">
          <ac:chgData name="Lina.Hammad" userId="34ac694d-4f26-42b1-9dae-635b039c0c5e" providerId="ADAL" clId="{7E3921F2-9170-4DFB-BC33-AE39A4EAE99E}" dt="2021-07-13T12:02:38.754" v="201" actId="1076"/>
          <ac:grpSpMkLst>
            <pc:docMk/>
            <pc:sldMk cId="2686563224" sldId="361"/>
            <ac:grpSpMk id="3" creationId="{86648561-10E2-4C47-95C4-A0668A99EBDD}"/>
          </ac:grpSpMkLst>
        </pc:grpChg>
        <pc:picChg chg="mod">
          <ac:chgData name="Lina.Hammad" userId="34ac694d-4f26-42b1-9dae-635b039c0c5e" providerId="ADAL" clId="{7E3921F2-9170-4DFB-BC33-AE39A4EAE99E}" dt="2021-07-13T12:02:27.293" v="197" actId="1076"/>
          <ac:picMkLst>
            <pc:docMk/>
            <pc:sldMk cId="2686563224" sldId="361"/>
            <ac:picMk id="23" creationId="{F82F6344-F07F-4A15-97F8-02EBBDADF8A3}"/>
          </ac:picMkLst>
        </pc:picChg>
      </pc:sldChg>
      <pc:sldChg chg="modSp mod">
        <pc:chgData name="Lina.Hammad" userId="34ac694d-4f26-42b1-9dae-635b039c0c5e" providerId="ADAL" clId="{7E3921F2-9170-4DFB-BC33-AE39A4EAE99E}" dt="2021-07-13T10:56:10.430" v="185" actId="20577"/>
        <pc:sldMkLst>
          <pc:docMk/>
          <pc:sldMk cId="4230196931" sldId="363"/>
        </pc:sldMkLst>
        <pc:spChg chg="mod">
          <ac:chgData name="Lina.Hammad" userId="34ac694d-4f26-42b1-9dae-635b039c0c5e" providerId="ADAL" clId="{7E3921F2-9170-4DFB-BC33-AE39A4EAE99E}" dt="2021-07-13T10:56:10.430" v="185" actId="20577"/>
          <ac:spMkLst>
            <pc:docMk/>
            <pc:sldMk cId="4230196931" sldId="363"/>
            <ac:spMk id="2" creationId="{00000000-0000-0000-0000-000000000000}"/>
          </ac:spMkLst>
        </pc:spChg>
      </pc:sldChg>
      <pc:sldChg chg="modSp mod">
        <pc:chgData name="Lina.Hammad" userId="34ac694d-4f26-42b1-9dae-635b039c0c5e" providerId="ADAL" clId="{7E3921F2-9170-4DFB-BC33-AE39A4EAE99E}" dt="2021-07-13T12:02:09.285" v="194" actId="255"/>
        <pc:sldMkLst>
          <pc:docMk/>
          <pc:sldMk cId="3828134659" sldId="403"/>
        </pc:sldMkLst>
        <pc:spChg chg="mod">
          <ac:chgData name="Lina.Hammad" userId="34ac694d-4f26-42b1-9dae-635b039c0c5e" providerId="ADAL" clId="{7E3921F2-9170-4DFB-BC33-AE39A4EAE99E}" dt="2021-07-13T12:02:09.285" v="194" actId="255"/>
          <ac:spMkLst>
            <pc:docMk/>
            <pc:sldMk cId="3828134659" sldId="403"/>
            <ac:spMk id="6" creationId="{00000000-0000-0000-0000-000000000000}"/>
          </ac:spMkLst>
        </pc:spChg>
        <pc:spChg chg="mod">
          <ac:chgData name="Lina.Hammad" userId="34ac694d-4f26-42b1-9dae-635b039c0c5e" providerId="ADAL" clId="{7E3921F2-9170-4DFB-BC33-AE39A4EAE99E}" dt="2021-07-13T12:02:03.498" v="193" actId="20577"/>
          <ac:spMkLst>
            <pc:docMk/>
            <pc:sldMk cId="3828134659" sldId="403"/>
            <ac:spMk id="7" creationId="{00000000-0000-0000-0000-000000000000}"/>
          </ac:spMkLst>
        </pc:spChg>
      </pc:sldChg>
      <pc:sldChg chg="modSp mod">
        <pc:chgData name="Lina.Hammad" userId="34ac694d-4f26-42b1-9dae-635b039c0c5e" providerId="ADAL" clId="{7E3921F2-9170-4DFB-BC33-AE39A4EAE99E}" dt="2021-07-12T10:05:57.764" v="8" actId="20577"/>
        <pc:sldMkLst>
          <pc:docMk/>
          <pc:sldMk cId="4221157720" sldId="417"/>
        </pc:sldMkLst>
        <pc:spChg chg="mod">
          <ac:chgData name="Lina.Hammad" userId="34ac694d-4f26-42b1-9dae-635b039c0c5e" providerId="ADAL" clId="{7E3921F2-9170-4DFB-BC33-AE39A4EAE99E}" dt="2021-07-12T10:05:57.764" v="8" actId="20577"/>
          <ac:spMkLst>
            <pc:docMk/>
            <pc:sldMk cId="4221157720" sldId="417"/>
            <ac:spMk id="4" creationId="{00000000-0000-0000-0000-000000000000}"/>
          </ac:spMkLst>
        </pc:spChg>
      </pc:sldChg>
      <pc:sldChg chg="modSp mod">
        <pc:chgData name="Lina.Hammad" userId="34ac694d-4f26-42b1-9dae-635b039c0c5e" providerId="ADAL" clId="{7E3921F2-9170-4DFB-BC33-AE39A4EAE99E}" dt="2021-07-12T09:51:40.911" v="3" actId="20577"/>
        <pc:sldMkLst>
          <pc:docMk/>
          <pc:sldMk cId="3709746660" sldId="419"/>
        </pc:sldMkLst>
        <pc:spChg chg="mod">
          <ac:chgData name="Lina.Hammad" userId="34ac694d-4f26-42b1-9dae-635b039c0c5e" providerId="ADAL" clId="{7E3921F2-9170-4DFB-BC33-AE39A4EAE99E}" dt="2021-07-12T09:51:40.911" v="3" actId="20577"/>
          <ac:spMkLst>
            <pc:docMk/>
            <pc:sldMk cId="3709746660" sldId="419"/>
            <ac:spMk id="4" creationId="{00000000-0000-0000-0000-000000000000}"/>
          </ac:spMkLst>
        </pc:spChg>
      </pc:sldChg>
      <pc:sldChg chg="del">
        <pc:chgData name="Lina.Hammad" userId="34ac694d-4f26-42b1-9dae-635b039c0c5e" providerId="ADAL" clId="{7E3921F2-9170-4DFB-BC33-AE39A4EAE99E}" dt="2021-07-12T09:52:30.349" v="4" actId="47"/>
        <pc:sldMkLst>
          <pc:docMk/>
          <pc:sldMk cId="1138609229" sldId="421"/>
        </pc:sldMkLst>
      </pc:sldChg>
    </pc:docChg>
  </pc:docChgLst>
  <pc:docChgLst>
    <pc:chgData name="Lina Hammad" userId="34ac694d-4f26-42b1-9dae-635b039c0c5e" providerId="ADAL" clId="{70BEA287-F180-42B9-B644-EAB783C89D91}"/>
    <pc:docChg chg="undo redo custSel modSld">
      <pc:chgData name="Lina Hammad" userId="34ac694d-4f26-42b1-9dae-635b039c0c5e" providerId="ADAL" clId="{70BEA287-F180-42B9-B644-EAB783C89D91}" dt="2020-08-08T22:39:41.424" v="667" actId="20577"/>
      <pc:docMkLst>
        <pc:docMk/>
      </pc:docMkLst>
      <pc:sldChg chg="addSp delSp modSp mod">
        <pc:chgData name="Lina Hammad" userId="34ac694d-4f26-42b1-9dae-635b039c0c5e" providerId="ADAL" clId="{70BEA287-F180-42B9-B644-EAB783C89D91}" dt="2020-07-19T13:34:19.284" v="645" actId="1076"/>
        <pc:sldMkLst>
          <pc:docMk/>
          <pc:sldMk cId="2686563224" sldId="361"/>
        </pc:sldMkLst>
        <pc:spChg chg="add mod">
          <ac:chgData name="Lina Hammad" userId="34ac694d-4f26-42b1-9dae-635b039c0c5e" providerId="ADAL" clId="{70BEA287-F180-42B9-B644-EAB783C89D91}" dt="2020-07-19T12:58:13.112" v="159" actId="1076"/>
          <ac:spMkLst>
            <pc:docMk/>
            <pc:sldMk cId="2686563224" sldId="361"/>
            <ac:spMk id="3" creationId="{CBD34F25-FC41-4A01-8BAC-24CAD11179DA}"/>
          </ac:spMkLst>
        </pc:spChg>
        <pc:spChg chg="add mod">
          <ac:chgData name="Lina Hammad" userId="34ac694d-4f26-42b1-9dae-635b039c0c5e" providerId="ADAL" clId="{70BEA287-F180-42B9-B644-EAB783C89D91}" dt="2020-07-19T12:58:29.570" v="172" actId="1076"/>
          <ac:spMkLst>
            <pc:docMk/>
            <pc:sldMk cId="2686563224" sldId="361"/>
            <ac:spMk id="8" creationId="{283F4A15-985C-4290-BE9F-74A78C072425}"/>
          </ac:spMkLst>
        </pc:spChg>
        <pc:spChg chg="add mod">
          <ac:chgData name="Lina Hammad" userId="34ac694d-4f26-42b1-9dae-635b039c0c5e" providerId="ADAL" clId="{70BEA287-F180-42B9-B644-EAB783C89D91}" dt="2020-07-19T12:58:38.736" v="173" actId="1076"/>
          <ac:spMkLst>
            <pc:docMk/>
            <pc:sldMk cId="2686563224" sldId="361"/>
            <ac:spMk id="11" creationId="{30063B69-BC4A-41C1-BF8A-D61CB7F822AB}"/>
          </ac:spMkLst>
        </pc:spChg>
        <pc:spChg chg="add mod">
          <ac:chgData name="Lina Hammad" userId="34ac694d-4f26-42b1-9dae-635b039c0c5e" providerId="ADAL" clId="{70BEA287-F180-42B9-B644-EAB783C89D91}" dt="2020-07-19T13:05:58.827" v="287" actId="1076"/>
          <ac:spMkLst>
            <pc:docMk/>
            <pc:sldMk cId="2686563224" sldId="361"/>
            <ac:spMk id="13" creationId="{CB661435-2B80-4C51-BD4B-BB15D8317663}"/>
          </ac:spMkLst>
        </pc:spChg>
        <pc:spChg chg="add mod">
          <ac:chgData name="Lina Hammad" userId="34ac694d-4f26-42b1-9dae-635b039c0c5e" providerId="ADAL" clId="{70BEA287-F180-42B9-B644-EAB783C89D91}" dt="2020-07-19T13:08:38.700" v="362" actId="20577"/>
          <ac:spMkLst>
            <pc:docMk/>
            <pc:sldMk cId="2686563224" sldId="361"/>
            <ac:spMk id="15" creationId="{DF61CBDF-4E59-421D-BAA9-3F1636C5C43C}"/>
          </ac:spMkLst>
        </pc:spChg>
        <pc:spChg chg="add mod">
          <ac:chgData name="Lina Hammad" userId="34ac694d-4f26-42b1-9dae-635b039c0c5e" providerId="ADAL" clId="{70BEA287-F180-42B9-B644-EAB783C89D91}" dt="2020-07-19T13:09:26.834" v="399" actId="14100"/>
          <ac:spMkLst>
            <pc:docMk/>
            <pc:sldMk cId="2686563224" sldId="361"/>
            <ac:spMk id="17" creationId="{AA07FFF6-0BE3-43D9-9701-DD976198E3EB}"/>
          </ac:spMkLst>
        </pc:spChg>
        <pc:spChg chg="add mod">
          <ac:chgData name="Lina Hammad" userId="34ac694d-4f26-42b1-9dae-635b039c0c5e" providerId="ADAL" clId="{70BEA287-F180-42B9-B644-EAB783C89D91}" dt="2020-07-19T13:28:46.999" v="528" actId="20577"/>
          <ac:spMkLst>
            <pc:docMk/>
            <pc:sldMk cId="2686563224" sldId="361"/>
            <ac:spMk id="22" creationId="{B5B9486B-1C1C-492A-958D-E5BDD7A261B8}"/>
          </ac:spMkLst>
        </pc:spChg>
        <pc:graphicFrameChg chg="add mod modGraphic">
          <ac:chgData name="Lina Hammad" userId="34ac694d-4f26-42b1-9dae-635b039c0c5e" providerId="ADAL" clId="{70BEA287-F180-42B9-B644-EAB783C89D91}" dt="2020-07-19T13:07:33.043" v="336" actId="20577"/>
          <ac:graphicFrameMkLst>
            <pc:docMk/>
            <pc:sldMk cId="2686563224" sldId="361"/>
            <ac:graphicFrameMk id="2" creationId="{C4229EFE-301B-4A41-9C62-A9EE1187B083}"/>
          </ac:graphicFrameMkLst>
        </pc:graphicFrameChg>
        <pc:graphicFrameChg chg="del mod">
          <ac:chgData name="Lina Hammad" userId="34ac694d-4f26-42b1-9dae-635b039c0c5e" providerId="ADAL" clId="{70BEA287-F180-42B9-B644-EAB783C89D91}" dt="2020-07-19T13:18:16.209" v="484" actId="21"/>
          <ac:graphicFrameMkLst>
            <pc:docMk/>
            <pc:sldMk cId="2686563224" sldId="361"/>
            <ac:graphicFrameMk id="6" creationId="{5E43A58F-CB8F-4122-9B0C-81B892550E46}"/>
          </ac:graphicFrameMkLst>
        </pc:graphicFrameChg>
        <pc:graphicFrameChg chg="add mod modGraphic">
          <ac:chgData name="Lina Hammad" userId="34ac694d-4f26-42b1-9dae-635b039c0c5e" providerId="ADAL" clId="{70BEA287-F180-42B9-B644-EAB783C89D91}" dt="2020-07-19T12:58:29.570" v="172" actId="1076"/>
          <ac:graphicFrameMkLst>
            <pc:docMk/>
            <pc:sldMk cId="2686563224" sldId="361"/>
            <ac:graphicFrameMk id="7" creationId="{38263E2D-33FD-44E9-BFFD-C9683703CE44}"/>
          </ac:graphicFrameMkLst>
        </pc:graphicFrameChg>
        <pc:graphicFrameChg chg="add del modGraphic">
          <ac:chgData name="Lina Hammad" userId="34ac694d-4f26-42b1-9dae-635b039c0c5e" providerId="ADAL" clId="{70BEA287-F180-42B9-B644-EAB783C89D91}" dt="2020-07-19T12:58:04.931" v="158" actId="27309"/>
          <ac:graphicFrameMkLst>
            <pc:docMk/>
            <pc:sldMk cId="2686563224" sldId="361"/>
            <ac:graphicFrameMk id="9" creationId="{F48F57E4-4932-4145-917E-2FD8DEA84AB1}"/>
          </ac:graphicFrameMkLst>
        </pc:graphicFrameChg>
        <pc:graphicFrameChg chg="add mod modGraphic">
          <ac:chgData name="Lina Hammad" userId="34ac694d-4f26-42b1-9dae-635b039c0c5e" providerId="ADAL" clId="{70BEA287-F180-42B9-B644-EAB783C89D91}" dt="2020-07-19T13:00:49.417" v="255" actId="20577"/>
          <ac:graphicFrameMkLst>
            <pc:docMk/>
            <pc:sldMk cId="2686563224" sldId="361"/>
            <ac:graphicFrameMk id="10" creationId="{B69A2686-C287-4583-86B4-EA528A6E8D2A}"/>
          </ac:graphicFrameMkLst>
        </pc:graphicFrameChg>
        <pc:graphicFrameChg chg="add mod modGraphic">
          <ac:chgData name="Lina Hammad" userId="34ac694d-4f26-42b1-9dae-635b039c0c5e" providerId="ADAL" clId="{70BEA287-F180-42B9-B644-EAB783C89D91}" dt="2020-07-19T13:08:16.647" v="353" actId="14100"/>
          <ac:graphicFrameMkLst>
            <pc:docMk/>
            <pc:sldMk cId="2686563224" sldId="361"/>
            <ac:graphicFrameMk id="12" creationId="{7570477A-FFC9-4EA2-91BD-969239ED8C3C}"/>
          </ac:graphicFrameMkLst>
        </pc:graphicFrameChg>
        <pc:graphicFrameChg chg="add mod modGraphic">
          <ac:chgData name="Lina Hammad" userId="34ac694d-4f26-42b1-9dae-635b039c0c5e" providerId="ADAL" clId="{70BEA287-F180-42B9-B644-EAB783C89D91}" dt="2020-07-19T13:13:29.691" v="474" actId="14734"/>
          <ac:graphicFrameMkLst>
            <pc:docMk/>
            <pc:sldMk cId="2686563224" sldId="361"/>
            <ac:graphicFrameMk id="14" creationId="{FD55D3B1-9DA8-46A5-9B95-BA2326FFC0A4}"/>
          </ac:graphicFrameMkLst>
        </pc:graphicFrameChg>
        <pc:graphicFrameChg chg="add mod modGraphic">
          <ac:chgData name="Lina Hammad" userId="34ac694d-4f26-42b1-9dae-635b039c0c5e" providerId="ADAL" clId="{70BEA287-F180-42B9-B644-EAB783C89D91}" dt="2020-07-19T13:12:37.038" v="473" actId="20577"/>
          <ac:graphicFrameMkLst>
            <pc:docMk/>
            <pc:sldMk cId="2686563224" sldId="361"/>
            <ac:graphicFrameMk id="16" creationId="{309D9B8B-9777-4E8D-9E79-E8C00B15A673}"/>
          </ac:graphicFrameMkLst>
        </pc:graphicFrameChg>
        <pc:graphicFrameChg chg="add mod">
          <ac:chgData name="Lina Hammad" userId="34ac694d-4f26-42b1-9dae-635b039c0c5e" providerId="ADAL" clId="{70BEA287-F180-42B9-B644-EAB783C89D91}" dt="2020-07-19T13:18:19.585" v="486" actId="1076"/>
          <ac:graphicFrameMkLst>
            <pc:docMk/>
            <pc:sldMk cId="2686563224" sldId="361"/>
            <ac:graphicFrameMk id="19" creationId="{8D180897-4E27-46CE-BC21-78EAAE20CA6F}"/>
          </ac:graphicFrameMkLst>
        </pc:graphicFrameChg>
        <pc:graphicFrameChg chg="add del mod">
          <ac:chgData name="Lina Hammad" userId="34ac694d-4f26-42b1-9dae-635b039c0c5e" providerId="ADAL" clId="{70BEA287-F180-42B9-B644-EAB783C89D91}" dt="2020-07-19T13:28:27.879" v="500"/>
          <ac:graphicFrameMkLst>
            <pc:docMk/>
            <pc:sldMk cId="2686563224" sldId="361"/>
            <ac:graphicFrameMk id="20" creationId="{A2E11ECB-1725-4210-8606-FD0AD80A1A4E}"/>
          </ac:graphicFrameMkLst>
        </pc:graphicFrameChg>
        <pc:graphicFrameChg chg="add mod modGraphic">
          <ac:chgData name="Lina Hammad" userId="34ac694d-4f26-42b1-9dae-635b039c0c5e" providerId="ADAL" clId="{70BEA287-F180-42B9-B644-EAB783C89D91}" dt="2020-07-19T13:33:27.407" v="641" actId="20577"/>
          <ac:graphicFrameMkLst>
            <pc:docMk/>
            <pc:sldMk cId="2686563224" sldId="361"/>
            <ac:graphicFrameMk id="21" creationId="{8A04D949-D67D-43D5-86F1-7D5A2601C204}"/>
          </ac:graphicFrameMkLst>
        </pc:graphicFrameChg>
        <pc:picChg chg="del mod">
          <ac:chgData name="Lina Hammad" userId="34ac694d-4f26-42b1-9dae-635b039c0c5e" providerId="ADAL" clId="{70BEA287-F180-42B9-B644-EAB783C89D91}" dt="2020-07-19T13:17:55.021" v="478" actId="21"/>
          <ac:picMkLst>
            <pc:docMk/>
            <pc:sldMk cId="2686563224" sldId="361"/>
            <ac:picMk id="4" creationId="{01FC56C2-1CA3-4E32-BC92-C16B0050CA4F}"/>
          </ac:picMkLst>
        </pc:picChg>
        <pc:picChg chg="add del mod">
          <ac:chgData name="Lina Hammad" userId="34ac694d-4f26-42b1-9dae-635b039c0c5e" providerId="ADAL" clId="{70BEA287-F180-42B9-B644-EAB783C89D91}" dt="2020-07-19T13:33:33.932" v="643" actId="21"/>
          <ac:picMkLst>
            <pc:docMk/>
            <pc:sldMk cId="2686563224" sldId="361"/>
            <ac:picMk id="18" creationId="{268A9E2B-DDEC-42D6-AB0D-64057505336E}"/>
          </ac:picMkLst>
        </pc:picChg>
        <pc:picChg chg="add mod">
          <ac:chgData name="Lina Hammad" userId="34ac694d-4f26-42b1-9dae-635b039c0c5e" providerId="ADAL" clId="{70BEA287-F180-42B9-B644-EAB783C89D91}" dt="2020-07-19T13:34:19.284" v="645" actId="1076"/>
          <ac:picMkLst>
            <pc:docMk/>
            <pc:sldMk cId="2686563224" sldId="361"/>
            <ac:picMk id="23" creationId="{F82F6344-F07F-4A15-97F8-02EBBDADF8A3}"/>
          </ac:picMkLst>
        </pc:picChg>
      </pc:sldChg>
      <pc:sldChg chg="modSp mod">
        <pc:chgData name="Lina Hammad" userId="34ac694d-4f26-42b1-9dae-635b039c0c5e" providerId="ADAL" clId="{70BEA287-F180-42B9-B644-EAB783C89D91}" dt="2020-07-12T14:38:56.191" v="21" actId="113"/>
        <pc:sldMkLst>
          <pc:docMk/>
          <pc:sldMk cId="4230196931" sldId="363"/>
        </pc:sldMkLst>
        <pc:spChg chg="mod">
          <ac:chgData name="Lina Hammad" userId="34ac694d-4f26-42b1-9dae-635b039c0c5e" providerId="ADAL" clId="{70BEA287-F180-42B9-B644-EAB783C89D91}" dt="2020-07-12T14:38:56.191" v="21" actId="113"/>
          <ac:spMkLst>
            <pc:docMk/>
            <pc:sldMk cId="4230196931" sldId="363"/>
            <ac:spMk id="2" creationId="{00000000-0000-0000-0000-000000000000}"/>
          </ac:spMkLst>
        </pc:spChg>
      </pc:sldChg>
      <pc:sldChg chg="modSp mod">
        <pc:chgData name="Lina Hammad" userId="34ac694d-4f26-42b1-9dae-635b039c0c5e" providerId="ADAL" clId="{70BEA287-F180-42B9-B644-EAB783C89D91}" dt="2020-08-08T22:39:41.424" v="667" actId="20577"/>
        <pc:sldMkLst>
          <pc:docMk/>
          <pc:sldMk cId="365223873" sldId="367"/>
        </pc:sldMkLst>
        <pc:spChg chg="mod">
          <ac:chgData name="Lina Hammad" userId="34ac694d-4f26-42b1-9dae-635b039c0c5e" providerId="ADAL" clId="{70BEA287-F180-42B9-B644-EAB783C89D91}" dt="2020-08-08T22:39:41.424" v="667" actId="20577"/>
          <ac:spMkLst>
            <pc:docMk/>
            <pc:sldMk cId="365223873" sldId="367"/>
            <ac:spMk id="7" creationId="{00000000-0000-0000-0000-000000000000}"/>
          </ac:spMkLst>
        </pc:spChg>
      </pc:sldChg>
      <pc:sldChg chg="modSp mod">
        <pc:chgData name="Lina Hammad" userId="34ac694d-4f26-42b1-9dae-635b039c0c5e" providerId="ADAL" clId="{70BEA287-F180-42B9-B644-EAB783C89D91}" dt="2020-07-12T10:34:15.710" v="8" actId="20577"/>
        <pc:sldMkLst>
          <pc:docMk/>
          <pc:sldMk cId="3578804367" sldId="404"/>
        </pc:sldMkLst>
        <pc:spChg chg="mod">
          <ac:chgData name="Lina Hammad" userId="34ac694d-4f26-42b1-9dae-635b039c0c5e" providerId="ADAL" clId="{70BEA287-F180-42B9-B644-EAB783C89D91}" dt="2020-07-12T10:34:15.710" v="8" actId="20577"/>
          <ac:spMkLst>
            <pc:docMk/>
            <pc:sldMk cId="3578804367" sldId="404"/>
            <ac:spMk id="8" creationId="{00000000-0000-0000-0000-000000000000}"/>
          </ac:spMkLst>
        </pc:spChg>
      </pc:sldChg>
    </pc:docChg>
  </pc:docChgLst>
  <pc:docChgLst>
    <pc:chgData name="Lina Hammad" userId="34ac694d-4f26-42b1-9dae-635b039c0c5e" providerId="ADAL" clId="{3D12F43B-B556-438A-AE1B-A0D4E7F21D2B}"/>
    <pc:docChg chg="undo custSel addSld delSld modSld sldOrd">
      <pc:chgData name="Lina Hammad" userId="34ac694d-4f26-42b1-9dae-635b039c0c5e" providerId="ADAL" clId="{3D12F43B-B556-438A-AE1B-A0D4E7F21D2B}" dt="2020-11-29T12:23:17.630" v="736" actId="14100"/>
      <pc:docMkLst>
        <pc:docMk/>
      </pc:docMkLst>
      <pc:sldChg chg="modSp mod">
        <pc:chgData name="Lina Hammad" userId="34ac694d-4f26-42b1-9dae-635b039c0c5e" providerId="ADAL" clId="{3D12F43B-B556-438A-AE1B-A0D4E7F21D2B}" dt="2020-11-24T10:53:17.096" v="3" actId="207"/>
        <pc:sldMkLst>
          <pc:docMk/>
          <pc:sldMk cId="3830753990" sldId="260"/>
        </pc:sldMkLst>
        <pc:spChg chg="mod">
          <ac:chgData name="Lina Hammad" userId="34ac694d-4f26-42b1-9dae-635b039c0c5e" providerId="ADAL" clId="{3D12F43B-B556-438A-AE1B-A0D4E7F21D2B}" dt="2020-11-24T10:53:17.096" v="3" actId="207"/>
          <ac:spMkLst>
            <pc:docMk/>
            <pc:sldMk cId="3830753990" sldId="260"/>
            <ac:spMk id="4" creationId="{00000000-0000-0000-0000-000000000000}"/>
          </ac:spMkLst>
        </pc:spChg>
      </pc:sldChg>
      <pc:sldChg chg="modSp mod">
        <pc:chgData name="Lina Hammad" userId="34ac694d-4f26-42b1-9dae-635b039c0c5e" providerId="ADAL" clId="{3D12F43B-B556-438A-AE1B-A0D4E7F21D2B}" dt="2020-11-24T10:59:11.433" v="9" actId="20577"/>
        <pc:sldMkLst>
          <pc:docMk/>
          <pc:sldMk cId="4228438062" sldId="272"/>
        </pc:sldMkLst>
        <pc:spChg chg="mod">
          <ac:chgData name="Lina Hammad" userId="34ac694d-4f26-42b1-9dae-635b039c0c5e" providerId="ADAL" clId="{3D12F43B-B556-438A-AE1B-A0D4E7F21D2B}" dt="2020-11-24T10:59:11.433" v="9" actId="20577"/>
          <ac:spMkLst>
            <pc:docMk/>
            <pc:sldMk cId="4228438062" sldId="272"/>
            <ac:spMk id="4" creationId="{00000000-0000-0000-0000-000000000000}"/>
          </ac:spMkLst>
        </pc:spChg>
      </pc:sldChg>
      <pc:sldChg chg="ord">
        <pc:chgData name="Lina Hammad" userId="34ac694d-4f26-42b1-9dae-635b039c0c5e" providerId="ADAL" clId="{3D12F43B-B556-438A-AE1B-A0D4E7F21D2B}" dt="2020-11-24T10:58:35.592" v="5"/>
        <pc:sldMkLst>
          <pc:docMk/>
          <pc:sldMk cId="1584233649" sldId="276"/>
        </pc:sldMkLst>
      </pc:sldChg>
      <pc:sldChg chg="modSp mod">
        <pc:chgData name="Lina Hammad" userId="34ac694d-4f26-42b1-9dae-635b039c0c5e" providerId="ADAL" clId="{3D12F43B-B556-438A-AE1B-A0D4E7F21D2B}" dt="2020-11-29T10:31:54" v="15" actId="33524"/>
        <pc:sldMkLst>
          <pc:docMk/>
          <pc:sldMk cId="1189970316" sldId="282"/>
        </pc:sldMkLst>
        <pc:spChg chg="mod">
          <ac:chgData name="Lina Hammad" userId="34ac694d-4f26-42b1-9dae-635b039c0c5e" providerId="ADAL" clId="{3D12F43B-B556-438A-AE1B-A0D4E7F21D2B}" dt="2020-11-29T10:31:54" v="15" actId="33524"/>
          <ac:spMkLst>
            <pc:docMk/>
            <pc:sldMk cId="1189970316" sldId="282"/>
            <ac:spMk id="7" creationId="{00000000-0000-0000-0000-000000000000}"/>
          </ac:spMkLst>
        </pc:spChg>
      </pc:sldChg>
      <pc:sldChg chg="modSp mod">
        <pc:chgData name="Lina Hammad" userId="34ac694d-4f26-42b1-9dae-635b039c0c5e" providerId="ADAL" clId="{3D12F43B-B556-438A-AE1B-A0D4E7F21D2B}" dt="2020-11-29T10:32:19.003" v="16" actId="33524"/>
        <pc:sldMkLst>
          <pc:docMk/>
          <pc:sldMk cId="1270769131" sldId="319"/>
        </pc:sldMkLst>
        <pc:spChg chg="mod">
          <ac:chgData name="Lina Hammad" userId="34ac694d-4f26-42b1-9dae-635b039c0c5e" providerId="ADAL" clId="{3D12F43B-B556-438A-AE1B-A0D4E7F21D2B}" dt="2020-11-29T10:32:19.003" v="16" actId="33524"/>
          <ac:spMkLst>
            <pc:docMk/>
            <pc:sldMk cId="1270769131" sldId="319"/>
            <ac:spMk id="2" creationId="{00000000-0000-0000-0000-000000000000}"/>
          </ac:spMkLst>
        </pc:spChg>
      </pc:sldChg>
      <pc:sldChg chg="addSp delSp modSp mod">
        <pc:chgData name="Lina Hammad" userId="34ac694d-4f26-42b1-9dae-635b039c0c5e" providerId="ADAL" clId="{3D12F43B-B556-438A-AE1B-A0D4E7F21D2B}" dt="2020-11-29T11:31:21.427" v="54" actId="20577"/>
        <pc:sldMkLst>
          <pc:docMk/>
          <pc:sldMk cId="1759068050" sldId="360"/>
        </pc:sldMkLst>
        <pc:spChg chg="add del mod">
          <ac:chgData name="Lina Hammad" userId="34ac694d-4f26-42b1-9dae-635b039c0c5e" providerId="ADAL" clId="{3D12F43B-B556-438A-AE1B-A0D4E7F21D2B}" dt="2020-11-29T11:30:05.601" v="42" actId="478"/>
          <ac:spMkLst>
            <pc:docMk/>
            <pc:sldMk cId="1759068050" sldId="360"/>
            <ac:spMk id="2" creationId="{6E3C4877-594F-4FCA-932B-2E9F1F07AB9B}"/>
          </ac:spMkLst>
        </pc:spChg>
        <pc:spChg chg="add mod">
          <ac:chgData name="Lina Hammad" userId="34ac694d-4f26-42b1-9dae-635b039c0c5e" providerId="ADAL" clId="{3D12F43B-B556-438A-AE1B-A0D4E7F21D2B}" dt="2020-11-29T11:31:11.906" v="48" actId="115"/>
          <ac:spMkLst>
            <pc:docMk/>
            <pc:sldMk cId="1759068050" sldId="360"/>
            <ac:spMk id="7" creationId="{E761002E-E494-47EF-BD1C-125266D21A7B}"/>
          </ac:spMkLst>
        </pc:spChg>
        <pc:spChg chg="add mod">
          <ac:chgData name="Lina Hammad" userId="34ac694d-4f26-42b1-9dae-635b039c0c5e" providerId="ADAL" clId="{3D12F43B-B556-438A-AE1B-A0D4E7F21D2B}" dt="2020-11-29T11:31:21.427" v="54" actId="20577"/>
          <ac:spMkLst>
            <pc:docMk/>
            <pc:sldMk cId="1759068050" sldId="360"/>
            <ac:spMk id="10" creationId="{8D3156D5-55A7-4BA8-949B-BE1AA387F6C3}"/>
          </ac:spMkLst>
        </pc:spChg>
        <pc:picChg chg="mod">
          <ac:chgData name="Lina Hammad" userId="34ac694d-4f26-42b1-9dae-635b039c0c5e" providerId="ADAL" clId="{3D12F43B-B556-438A-AE1B-A0D4E7F21D2B}" dt="2020-11-29T11:28:37.294" v="33" actId="1076"/>
          <ac:picMkLst>
            <pc:docMk/>
            <pc:sldMk cId="1759068050" sldId="360"/>
            <ac:picMk id="3" creationId="{D2E093E6-6351-4382-A8E6-49620A0EE522}"/>
          </ac:picMkLst>
        </pc:picChg>
        <pc:cxnChg chg="add mod">
          <ac:chgData name="Lina Hammad" userId="34ac694d-4f26-42b1-9dae-635b039c0c5e" providerId="ADAL" clId="{3D12F43B-B556-438A-AE1B-A0D4E7F21D2B}" dt="2020-11-29T11:30:57.219" v="44" actId="13822"/>
          <ac:cxnSpMkLst>
            <pc:docMk/>
            <pc:sldMk cId="1759068050" sldId="360"/>
            <ac:cxnSpMk id="6" creationId="{6B35012F-7F21-4D74-8E90-18B2B8FA0D11}"/>
          </ac:cxnSpMkLst>
        </pc:cxnChg>
        <pc:cxnChg chg="add">
          <ac:chgData name="Lina Hammad" userId="34ac694d-4f26-42b1-9dae-635b039c0c5e" providerId="ADAL" clId="{3D12F43B-B556-438A-AE1B-A0D4E7F21D2B}" dt="2020-11-29T11:31:15.204" v="49" actId="11529"/>
          <ac:cxnSpMkLst>
            <pc:docMk/>
            <pc:sldMk cId="1759068050" sldId="360"/>
            <ac:cxnSpMk id="9" creationId="{F05EA887-B13C-439C-A0ED-F12863948B81}"/>
          </ac:cxnSpMkLst>
        </pc:cxnChg>
      </pc:sldChg>
      <pc:sldChg chg="addSp delSp modSp mod">
        <pc:chgData name="Lina Hammad" userId="34ac694d-4f26-42b1-9dae-635b039c0c5e" providerId="ADAL" clId="{3D12F43B-B556-438A-AE1B-A0D4E7F21D2B}" dt="2020-11-29T12:17:46.832" v="572" actId="21"/>
        <pc:sldMkLst>
          <pc:docMk/>
          <pc:sldMk cId="2686563224" sldId="361"/>
        </pc:sldMkLst>
        <pc:spChg chg="add del mod">
          <ac:chgData name="Lina Hammad" userId="34ac694d-4f26-42b1-9dae-635b039c0c5e" providerId="ADAL" clId="{3D12F43B-B556-438A-AE1B-A0D4E7F21D2B}" dt="2020-11-29T12:17:46.832" v="572" actId="21"/>
          <ac:spMkLst>
            <pc:docMk/>
            <pc:sldMk cId="2686563224" sldId="361"/>
            <ac:spMk id="5" creationId="{CAD21533-6983-42EE-8D50-6C753CBF755D}"/>
          </ac:spMkLst>
        </pc:spChg>
        <pc:spChg chg="add del mod">
          <ac:chgData name="Lina Hammad" userId="34ac694d-4f26-42b1-9dae-635b039c0c5e" providerId="ADAL" clId="{3D12F43B-B556-438A-AE1B-A0D4E7F21D2B}" dt="2020-11-29T12:17:46.832" v="572" actId="21"/>
          <ac:spMkLst>
            <pc:docMk/>
            <pc:sldMk cId="2686563224" sldId="361"/>
            <ac:spMk id="24" creationId="{089F577D-2D24-4800-BFDE-5232EEC625DB}"/>
          </ac:spMkLst>
        </pc:spChg>
        <pc:graphicFrameChg chg="add del mod modGraphic">
          <ac:chgData name="Lina Hammad" userId="34ac694d-4f26-42b1-9dae-635b039c0c5e" providerId="ADAL" clId="{3D12F43B-B556-438A-AE1B-A0D4E7F21D2B}" dt="2020-11-29T12:04:37.392" v="310" actId="478"/>
          <ac:graphicFrameMkLst>
            <pc:docMk/>
            <pc:sldMk cId="2686563224" sldId="361"/>
            <ac:graphicFrameMk id="4" creationId="{70AF4D4C-BF8D-48A1-9D56-C905D264F0A3}"/>
          </ac:graphicFrameMkLst>
        </pc:graphicFrameChg>
        <pc:graphicFrameChg chg="add del mod modGraphic">
          <ac:chgData name="Lina Hammad" userId="34ac694d-4f26-42b1-9dae-635b039c0c5e" providerId="ADAL" clId="{3D12F43B-B556-438A-AE1B-A0D4E7F21D2B}" dt="2020-11-29T12:17:46.832" v="572" actId="21"/>
          <ac:graphicFrameMkLst>
            <pc:docMk/>
            <pc:sldMk cId="2686563224" sldId="361"/>
            <ac:graphicFrameMk id="6" creationId="{7F3E45F7-4ABD-4C1E-84BE-0226065E24A4}"/>
          </ac:graphicFrameMkLst>
        </pc:graphicFrameChg>
        <pc:graphicFrameChg chg="add del mod modGraphic">
          <ac:chgData name="Lina Hammad" userId="34ac694d-4f26-42b1-9dae-635b039c0c5e" providerId="ADAL" clId="{3D12F43B-B556-438A-AE1B-A0D4E7F21D2B}" dt="2020-11-29T12:17:46.832" v="572" actId="21"/>
          <ac:graphicFrameMkLst>
            <pc:docMk/>
            <pc:sldMk cId="2686563224" sldId="361"/>
            <ac:graphicFrameMk id="25" creationId="{A13C3836-0583-4BAC-8C12-D830639455FD}"/>
          </ac:graphicFrameMkLst>
        </pc:graphicFrameChg>
        <pc:picChg chg="mod">
          <ac:chgData name="Lina Hammad" userId="34ac694d-4f26-42b1-9dae-635b039c0c5e" providerId="ADAL" clId="{3D12F43B-B556-438A-AE1B-A0D4E7F21D2B}" dt="2020-11-29T12:04:41.728" v="312" actId="1076"/>
          <ac:picMkLst>
            <pc:docMk/>
            <pc:sldMk cId="2686563224" sldId="361"/>
            <ac:picMk id="23" creationId="{F82F6344-F07F-4A15-97F8-02EBBDADF8A3}"/>
          </ac:picMkLst>
        </pc:picChg>
      </pc:sldChg>
      <pc:sldChg chg="modSp mod">
        <pc:chgData name="Lina Hammad" userId="34ac694d-4f26-42b1-9dae-635b039c0c5e" providerId="ADAL" clId="{3D12F43B-B556-438A-AE1B-A0D4E7F21D2B}" dt="2020-11-29T11:20:13.136" v="17" actId="33524"/>
        <pc:sldMkLst>
          <pc:docMk/>
          <pc:sldMk cId="4230196931" sldId="363"/>
        </pc:sldMkLst>
        <pc:spChg chg="mod">
          <ac:chgData name="Lina Hammad" userId="34ac694d-4f26-42b1-9dae-635b039c0c5e" providerId="ADAL" clId="{3D12F43B-B556-438A-AE1B-A0D4E7F21D2B}" dt="2020-11-29T11:20:13.136" v="17" actId="33524"/>
          <ac:spMkLst>
            <pc:docMk/>
            <pc:sldMk cId="4230196931" sldId="363"/>
            <ac:spMk id="2" creationId="{00000000-0000-0000-0000-000000000000}"/>
          </ac:spMkLst>
        </pc:spChg>
      </pc:sldChg>
      <pc:sldChg chg="modSp mod">
        <pc:chgData name="Lina Hammad" userId="34ac694d-4f26-42b1-9dae-635b039c0c5e" providerId="ADAL" clId="{3D12F43B-B556-438A-AE1B-A0D4E7F21D2B}" dt="2020-11-24T12:28:10.241" v="14" actId="20577"/>
        <pc:sldMkLst>
          <pc:docMk/>
          <pc:sldMk cId="3578804367" sldId="404"/>
        </pc:sldMkLst>
        <pc:spChg chg="mod">
          <ac:chgData name="Lina Hammad" userId="34ac694d-4f26-42b1-9dae-635b039c0c5e" providerId="ADAL" clId="{3D12F43B-B556-438A-AE1B-A0D4E7F21D2B}" dt="2020-11-24T12:28:10.241" v="14" actId="20577"/>
          <ac:spMkLst>
            <pc:docMk/>
            <pc:sldMk cId="3578804367" sldId="404"/>
            <ac:spMk id="8" creationId="{00000000-0000-0000-0000-000000000000}"/>
          </ac:spMkLst>
        </pc:spChg>
      </pc:sldChg>
      <pc:sldChg chg="addSp delSp modSp new mod ord addCm delCm">
        <pc:chgData name="Lina Hammad" userId="34ac694d-4f26-42b1-9dae-635b039c0c5e" providerId="ADAL" clId="{3D12F43B-B556-438A-AE1B-A0D4E7F21D2B}" dt="2020-11-29T11:52:02.320" v="245"/>
        <pc:sldMkLst>
          <pc:docMk/>
          <pc:sldMk cId="1700588286" sldId="411"/>
        </pc:sldMkLst>
        <pc:spChg chg="del">
          <ac:chgData name="Lina Hammad" userId="34ac694d-4f26-42b1-9dae-635b039c0c5e" providerId="ADAL" clId="{3D12F43B-B556-438A-AE1B-A0D4E7F21D2B}" dt="2020-11-29T11:34:57.456" v="57" actId="478"/>
          <ac:spMkLst>
            <pc:docMk/>
            <pc:sldMk cId="1700588286" sldId="411"/>
            <ac:spMk id="2" creationId="{4E258566-539A-4790-B7F4-83994DF1029D}"/>
          </ac:spMkLst>
        </pc:spChg>
        <pc:spChg chg="del">
          <ac:chgData name="Lina Hammad" userId="34ac694d-4f26-42b1-9dae-635b039c0c5e" providerId="ADAL" clId="{3D12F43B-B556-438A-AE1B-A0D4E7F21D2B}" dt="2020-11-29T11:34:55.960" v="56" actId="478"/>
          <ac:spMkLst>
            <pc:docMk/>
            <pc:sldMk cId="1700588286" sldId="411"/>
            <ac:spMk id="3" creationId="{062071CC-EB81-403C-8B3A-41AC36382A3F}"/>
          </ac:spMkLst>
        </pc:spChg>
        <pc:spChg chg="add mod">
          <ac:chgData name="Lina Hammad" userId="34ac694d-4f26-42b1-9dae-635b039c0c5e" providerId="ADAL" clId="{3D12F43B-B556-438A-AE1B-A0D4E7F21D2B}" dt="2020-11-29T11:35:15.954" v="64" actId="20577"/>
          <ac:spMkLst>
            <pc:docMk/>
            <pc:sldMk cId="1700588286" sldId="411"/>
            <ac:spMk id="5" creationId="{5C868785-808C-4ADA-AF14-7EABF22031A9}"/>
          </ac:spMkLst>
        </pc:spChg>
        <pc:spChg chg="add mod">
          <ac:chgData name="Lina Hammad" userId="34ac694d-4f26-42b1-9dae-635b039c0c5e" providerId="ADAL" clId="{3D12F43B-B556-438A-AE1B-A0D4E7F21D2B}" dt="2020-11-29T11:37:50.672" v="197" actId="1076"/>
          <ac:spMkLst>
            <pc:docMk/>
            <pc:sldMk cId="1700588286" sldId="411"/>
            <ac:spMk id="6" creationId="{852A20E8-AB24-4190-A727-9295B073B5F1}"/>
          </ac:spMkLst>
        </pc:spChg>
        <pc:graphicFrameChg chg="add mod modGraphic">
          <ac:chgData name="Lina Hammad" userId="34ac694d-4f26-42b1-9dae-635b039c0c5e" providerId="ADAL" clId="{3D12F43B-B556-438A-AE1B-A0D4E7F21D2B}" dt="2020-11-29T11:36:03.564" v="81" actId="14100"/>
          <ac:graphicFrameMkLst>
            <pc:docMk/>
            <pc:sldMk cId="1700588286" sldId="411"/>
            <ac:graphicFrameMk id="4" creationId="{1FEB6073-4A1A-4491-AB17-CFC89FA39270}"/>
          </ac:graphicFrameMkLst>
        </pc:graphicFrameChg>
        <pc:graphicFrameChg chg="add mod modGraphic">
          <ac:chgData name="Lina Hammad" userId="34ac694d-4f26-42b1-9dae-635b039c0c5e" providerId="ADAL" clId="{3D12F43B-B556-438A-AE1B-A0D4E7F21D2B}" dt="2020-11-29T11:43:35.794" v="243" actId="115"/>
          <ac:graphicFrameMkLst>
            <pc:docMk/>
            <pc:sldMk cId="1700588286" sldId="411"/>
            <ac:graphicFrameMk id="7" creationId="{CA90477B-E785-437B-A981-69328E8BFD02}"/>
          </ac:graphicFrameMkLst>
        </pc:graphicFrameChg>
      </pc:sldChg>
      <pc:sldChg chg="new del">
        <pc:chgData name="Lina Hammad" userId="34ac694d-4f26-42b1-9dae-635b039c0c5e" providerId="ADAL" clId="{3D12F43B-B556-438A-AE1B-A0D4E7F21D2B}" dt="2020-11-29T11:58:32.582" v="247" actId="680"/>
        <pc:sldMkLst>
          <pc:docMk/>
          <pc:sldMk cId="2996534571" sldId="412"/>
        </pc:sldMkLst>
      </pc:sldChg>
      <pc:sldChg chg="addSp delSp modSp new mod">
        <pc:chgData name="Lina Hammad" userId="34ac694d-4f26-42b1-9dae-635b039c0c5e" providerId="ADAL" clId="{3D12F43B-B556-438A-AE1B-A0D4E7F21D2B}" dt="2020-11-29T12:23:17.630" v="736" actId="14100"/>
        <pc:sldMkLst>
          <pc:docMk/>
          <pc:sldMk cId="3757256146" sldId="412"/>
        </pc:sldMkLst>
        <pc:spChg chg="del">
          <ac:chgData name="Lina Hammad" userId="34ac694d-4f26-42b1-9dae-635b039c0c5e" providerId="ADAL" clId="{3D12F43B-B556-438A-AE1B-A0D4E7F21D2B}" dt="2020-11-29T12:17:53.861" v="575" actId="478"/>
          <ac:spMkLst>
            <pc:docMk/>
            <pc:sldMk cId="3757256146" sldId="412"/>
            <ac:spMk id="2" creationId="{C6278B1D-5584-4285-902B-AD312CF74C39}"/>
          </ac:spMkLst>
        </pc:spChg>
        <pc:spChg chg="del">
          <ac:chgData name="Lina Hammad" userId="34ac694d-4f26-42b1-9dae-635b039c0c5e" providerId="ADAL" clId="{3D12F43B-B556-438A-AE1B-A0D4E7F21D2B}" dt="2020-11-29T12:17:53.248" v="574" actId="478"/>
          <ac:spMkLst>
            <pc:docMk/>
            <pc:sldMk cId="3757256146" sldId="412"/>
            <ac:spMk id="3" creationId="{029F797B-5378-4C24-86A3-6C33BEB661BE}"/>
          </ac:spMkLst>
        </pc:spChg>
        <pc:spChg chg="add mod">
          <ac:chgData name="Lina Hammad" userId="34ac694d-4f26-42b1-9dae-635b039c0c5e" providerId="ADAL" clId="{3D12F43B-B556-438A-AE1B-A0D4E7F21D2B}" dt="2020-11-29T12:17:51.119" v="573"/>
          <ac:spMkLst>
            <pc:docMk/>
            <pc:sldMk cId="3757256146" sldId="412"/>
            <ac:spMk id="4" creationId="{68304301-DB52-43FB-B64D-3533FC180B8C}"/>
          </ac:spMkLst>
        </pc:spChg>
        <pc:spChg chg="add mod">
          <ac:chgData name="Lina Hammad" userId="34ac694d-4f26-42b1-9dae-635b039c0c5e" providerId="ADAL" clId="{3D12F43B-B556-438A-AE1B-A0D4E7F21D2B}" dt="2020-11-29T12:17:51.119" v="573"/>
          <ac:spMkLst>
            <pc:docMk/>
            <pc:sldMk cId="3757256146" sldId="412"/>
            <ac:spMk id="6" creationId="{3AAA09CF-2FD9-46CE-96B2-09A8D72148CD}"/>
          </ac:spMkLst>
        </pc:spChg>
        <pc:spChg chg="add mod">
          <ac:chgData name="Lina Hammad" userId="34ac694d-4f26-42b1-9dae-635b039c0c5e" providerId="ADAL" clId="{3D12F43B-B556-438A-AE1B-A0D4E7F21D2B}" dt="2020-11-29T12:18:11.630" v="594" actId="20577"/>
          <ac:spMkLst>
            <pc:docMk/>
            <pc:sldMk cId="3757256146" sldId="412"/>
            <ac:spMk id="9" creationId="{1CA56B4B-1FA9-4553-980E-A5008B8F365B}"/>
          </ac:spMkLst>
        </pc:spChg>
        <pc:graphicFrameChg chg="add mod modGraphic">
          <ac:chgData name="Lina Hammad" userId="34ac694d-4f26-42b1-9dae-635b039c0c5e" providerId="ADAL" clId="{3D12F43B-B556-438A-AE1B-A0D4E7F21D2B}" dt="2020-11-29T12:23:13.674" v="734" actId="20577"/>
          <ac:graphicFrameMkLst>
            <pc:docMk/>
            <pc:sldMk cId="3757256146" sldId="412"/>
            <ac:graphicFrameMk id="5" creationId="{9FDC91B7-D3E6-45E2-AD14-5EC9E6619524}"/>
          </ac:graphicFrameMkLst>
        </pc:graphicFrameChg>
        <pc:graphicFrameChg chg="add mod modGraphic">
          <ac:chgData name="Lina Hammad" userId="34ac694d-4f26-42b1-9dae-635b039c0c5e" providerId="ADAL" clId="{3D12F43B-B556-438A-AE1B-A0D4E7F21D2B}" dt="2020-11-29T12:23:17.630" v="736" actId="14100"/>
          <ac:graphicFrameMkLst>
            <pc:docMk/>
            <pc:sldMk cId="3757256146" sldId="412"/>
            <ac:graphicFrameMk id="7" creationId="{9242ECE8-127E-4165-B663-4C8304C65E9C}"/>
          </ac:graphicFrameMkLst>
        </pc:graphicFrameChg>
        <pc:graphicFrameChg chg="add mod modGraphic">
          <ac:chgData name="Lina Hammad" userId="34ac694d-4f26-42b1-9dae-635b039c0c5e" providerId="ADAL" clId="{3D12F43B-B556-438A-AE1B-A0D4E7F21D2B}" dt="2020-11-29T12:21:28.895" v="688" actId="20577"/>
          <ac:graphicFrameMkLst>
            <pc:docMk/>
            <pc:sldMk cId="3757256146" sldId="412"/>
            <ac:graphicFrameMk id="8" creationId="{D8555400-B97F-49F7-AD43-75CA97E523C2}"/>
          </ac:graphicFrameMkLst>
        </pc:graphicFrameChg>
      </pc:sldChg>
    </pc:docChg>
  </pc:docChgLst>
  <pc:docChgLst>
    <pc:chgData name="Lina Hammad" userId="34ac694d-4f26-42b1-9dae-635b039c0c5e" providerId="ADAL" clId="{0561A145-09BF-40DC-BBB2-80AA15FD3AC5}"/>
    <pc:docChg chg="custSel modSld sldOrd">
      <pc:chgData name="Lina Hammad" userId="34ac694d-4f26-42b1-9dae-635b039c0c5e" providerId="ADAL" clId="{0561A145-09BF-40DC-BBB2-80AA15FD3AC5}" dt="2020-04-19T17:18:29.107" v="185" actId="20577"/>
      <pc:docMkLst>
        <pc:docMk/>
      </pc:docMkLst>
      <pc:sldChg chg="modSp mod">
        <pc:chgData name="Lina Hammad" userId="34ac694d-4f26-42b1-9dae-635b039c0c5e" providerId="ADAL" clId="{0561A145-09BF-40DC-BBB2-80AA15FD3AC5}" dt="2020-04-06T13:37:20.668" v="134" actId="255"/>
        <pc:sldMkLst>
          <pc:docMk/>
          <pc:sldMk cId="1851797916" sldId="258"/>
        </pc:sldMkLst>
        <pc:spChg chg="mod">
          <ac:chgData name="Lina Hammad" userId="34ac694d-4f26-42b1-9dae-635b039c0c5e" providerId="ADAL" clId="{0561A145-09BF-40DC-BBB2-80AA15FD3AC5}" dt="2020-04-06T13:37:20.668" v="134" actId="255"/>
          <ac:spMkLst>
            <pc:docMk/>
            <pc:sldMk cId="1851797916" sldId="258"/>
            <ac:spMk id="4" creationId="{00000000-0000-0000-0000-000000000000}"/>
          </ac:spMkLst>
        </pc:spChg>
      </pc:sldChg>
      <pc:sldChg chg="modSp mod">
        <pc:chgData name="Lina Hammad" userId="34ac694d-4f26-42b1-9dae-635b039c0c5e" providerId="ADAL" clId="{0561A145-09BF-40DC-BBB2-80AA15FD3AC5}" dt="2020-04-06T13:37:24.985" v="135" actId="255"/>
        <pc:sldMkLst>
          <pc:docMk/>
          <pc:sldMk cId="1104410889" sldId="259"/>
        </pc:sldMkLst>
        <pc:spChg chg="mod">
          <ac:chgData name="Lina Hammad" userId="34ac694d-4f26-42b1-9dae-635b039c0c5e" providerId="ADAL" clId="{0561A145-09BF-40DC-BBB2-80AA15FD3AC5}" dt="2020-04-06T13:37:24.985" v="135" actId="255"/>
          <ac:spMkLst>
            <pc:docMk/>
            <pc:sldMk cId="1104410889" sldId="259"/>
            <ac:spMk id="4" creationId="{00000000-0000-0000-0000-000000000000}"/>
          </ac:spMkLst>
        </pc:spChg>
      </pc:sldChg>
      <pc:sldChg chg="modSp mod">
        <pc:chgData name="Lina Hammad" userId="34ac694d-4f26-42b1-9dae-635b039c0c5e" providerId="ADAL" clId="{0561A145-09BF-40DC-BBB2-80AA15FD3AC5}" dt="2020-04-06T13:37:29.750" v="136" actId="255"/>
        <pc:sldMkLst>
          <pc:docMk/>
          <pc:sldMk cId="3830753990" sldId="260"/>
        </pc:sldMkLst>
        <pc:spChg chg="mod">
          <ac:chgData name="Lina Hammad" userId="34ac694d-4f26-42b1-9dae-635b039c0c5e" providerId="ADAL" clId="{0561A145-09BF-40DC-BBB2-80AA15FD3AC5}" dt="2020-04-06T13:37:29.750" v="136" actId="255"/>
          <ac:spMkLst>
            <pc:docMk/>
            <pc:sldMk cId="3830753990" sldId="260"/>
            <ac:spMk id="4" creationId="{00000000-0000-0000-0000-000000000000}"/>
          </ac:spMkLst>
        </pc:spChg>
      </pc:sldChg>
      <pc:sldChg chg="modSp mod">
        <pc:chgData name="Lina Hammad" userId="34ac694d-4f26-42b1-9dae-635b039c0c5e" providerId="ADAL" clId="{0561A145-09BF-40DC-BBB2-80AA15FD3AC5}" dt="2020-04-06T13:39:28.975" v="161" actId="255"/>
        <pc:sldMkLst>
          <pc:docMk/>
          <pc:sldMk cId="415511914" sldId="261"/>
        </pc:sldMkLst>
        <pc:spChg chg="mod">
          <ac:chgData name="Lina Hammad" userId="34ac694d-4f26-42b1-9dae-635b039c0c5e" providerId="ADAL" clId="{0561A145-09BF-40DC-BBB2-80AA15FD3AC5}" dt="2020-04-06T13:39:28.975" v="161" actId="255"/>
          <ac:spMkLst>
            <pc:docMk/>
            <pc:sldMk cId="415511914" sldId="261"/>
            <ac:spMk id="4" creationId="{00000000-0000-0000-0000-000000000000}"/>
          </ac:spMkLst>
        </pc:spChg>
      </pc:sldChg>
      <pc:sldChg chg="modSp mod">
        <pc:chgData name="Lina Hammad" userId="34ac694d-4f26-42b1-9dae-635b039c0c5e" providerId="ADAL" clId="{0561A145-09BF-40DC-BBB2-80AA15FD3AC5}" dt="2020-04-06T13:39:35.615" v="162" actId="255"/>
        <pc:sldMkLst>
          <pc:docMk/>
          <pc:sldMk cId="1663323258" sldId="262"/>
        </pc:sldMkLst>
        <pc:spChg chg="mod">
          <ac:chgData name="Lina Hammad" userId="34ac694d-4f26-42b1-9dae-635b039c0c5e" providerId="ADAL" clId="{0561A145-09BF-40DC-BBB2-80AA15FD3AC5}" dt="2020-04-06T13:39:35.615" v="162" actId="255"/>
          <ac:spMkLst>
            <pc:docMk/>
            <pc:sldMk cId="1663323258" sldId="262"/>
            <ac:spMk id="4" creationId="{00000000-0000-0000-0000-000000000000}"/>
          </ac:spMkLst>
        </pc:spChg>
      </pc:sldChg>
      <pc:sldChg chg="modSp mod">
        <pc:chgData name="Lina Hammad" userId="34ac694d-4f26-42b1-9dae-635b039c0c5e" providerId="ADAL" clId="{0561A145-09BF-40DC-BBB2-80AA15FD3AC5}" dt="2020-04-06T13:39:41.104" v="163" actId="255"/>
        <pc:sldMkLst>
          <pc:docMk/>
          <pc:sldMk cId="2728256253" sldId="264"/>
        </pc:sldMkLst>
        <pc:spChg chg="mod">
          <ac:chgData name="Lina Hammad" userId="34ac694d-4f26-42b1-9dae-635b039c0c5e" providerId="ADAL" clId="{0561A145-09BF-40DC-BBB2-80AA15FD3AC5}" dt="2020-04-06T13:39:41.104" v="163" actId="255"/>
          <ac:spMkLst>
            <pc:docMk/>
            <pc:sldMk cId="2728256253" sldId="264"/>
            <ac:spMk id="4" creationId="{00000000-0000-0000-0000-000000000000}"/>
          </ac:spMkLst>
        </pc:spChg>
      </pc:sldChg>
      <pc:sldChg chg="modSp mod">
        <pc:chgData name="Lina Hammad" userId="34ac694d-4f26-42b1-9dae-635b039c0c5e" providerId="ADAL" clId="{0561A145-09BF-40DC-BBB2-80AA15FD3AC5}" dt="2020-04-06T13:39:45.672" v="164" actId="255"/>
        <pc:sldMkLst>
          <pc:docMk/>
          <pc:sldMk cId="371869865" sldId="265"/>
        </pc:sldMkLst>
        <pc:spChg chg="mod">
          <ac:chgData name="Lina Hammad" userId="34ac694d-4f26-42b1-9dae-635b039c0c5e" providerId="ADAL" clId="{0561A145-09BF-40DC-BBB2-80AA15FD3AC5}" dt="2020-04-06T13:39:45.672" v="164" actId="255"/>
          <ac:spMkLst>
            <pc:docMk/>
            <pc:sldMk cId="371869865" sldId="265"/>
            <ac:spMk id="4" creationId="{00000000-0000-0000-0000-000000000000}"/>
          </ac:spMkLst>
        </pc:spChg>
      </pc:sldChg>
      <pc:sldChg chg="modSp mod">
        <pc:chgData name="Lina Hammad" userId="34ac694d-4f26-42b1-9dae-635b039c0c5e" providerId="ADAL" clId="{0561A145-09BF-40DC-BBB2-80AA15FD3AC5}" dt="2020-04-06T13:39:24.799" v="160" actId="255"/>
        <pc:sldMkLst>
          <pc:docMk/>
          <pc:sldMk cId="957917491" sldId="266"/>
        </pc:sldMkLst>
        <pc:spChg chg="mod">
          <ac:chgData name="Lina Hammad" userId="34ac694d-4f26-42b1-9dae-635b039c0c5e" providerId="ADAL" clId="{0561A145-09BF-40DC-BBB2-80AA15FD3AC5}" dt="2020-04-06T13:39:24.799" v="160" actId="255"/>
          <ac:spMkLst>
            <pc:docMk/>
            <pc:sldMk cId="957917491" sldId="266"/>
            <ac:spMk id="4" creationId="{00000000-0000-0000-0000-000000000000}"/>
          </ac:spMkLst>
        </pc:spChg>
      </pc:sldChg>
      <pc:sldChg chg="modSp mod">
        <pc:chgData name="Lina Hammad" userId="34ac694d-4f26-42b1-9dae-635b039c0c5e" providerId="ADAL" clId="{0561A145-09BF-40DC-BBB2-80AA15FD3AC5}" dt="2020-04-06T13:39:57.017" v="166" actId="255"/>
        <pc:sldMkLst>
          <pc:docMk/>
          <pc:sldMk cId="286148532" sldId="268"/>
        </pc:sldMkLst>
        <pc:spChg chg="mod">
          <ac:chgData name="Lina Hammad" userId="34ac694d-4f26-42b1-9dae-635b039c0c5e" providerId="ADAL" clId="{0561A145-09BF-40DC-BBB2-80AA15FD3AC5}" dt="2020-04-06T13:39:57.017" v="166" actId="255"/>
          <ac:spMkLst>
            <pc:docMk/>
            <pc:sldMk cId="286148532" sldId="268"/>
            <ac:spMk id="4" creationId="{00000000-0000-0000-0000-000000000000}"/>
          </ac:spMkLst>
        </pc:spChg>
      </pc:sldChg>
      <pc:sldChg chg="modSp mod">
        <pc:chgData name="Lina Hammad" userId="34ac694d-4f26-42b1-9dae-635b039c0c5e" providerId="ADAL" clId="{0561A145-09BF-40DC-BBB2-80AA15FD3AC5}" dt="2020-04-06T13:40:08.741" v="168" actId="255"/>
        <pc:sldMkLst>
          <pc:docMk/>
          <pc:sldMk cId="3893245224" sldId="269"/>
        </pc:sldMkLst>
        <pc:spChg chg="mod">
          <ac:chgData name="Lina Hammad" userId="34ac694d-4f26-42b1-9dae-635b039c0c5e" providerId="ADAL" clId="{0561A145-09BF-40DC-BBB2-80AA15FD3AC5}" dt="2020-04-06T13:40:08.741" v="168" actId="255"/>
          <ac:spMkLst>
            <pc:docMk/>
            <pc:sldMk cId="3893245224" sldId="269"/>
            <ac:spMk id="4" creationId="{00000000-0000-0000-0000-000000000000}"/>
          </ac:spMkLst>
        </pc:spChg>
      </pc:sldChg>
      <pc:sldChg chg="modSp mod">
        <pc:chgData name="Lina Hammad" userId="34ac694d-4f26-42b1-9dae-635b039c0c5e" providerId="ADAL" clId="{0561A145-09BF-40DC-BBB2-80AA15FD3AC5}" dt="2020-04-06T13:40:30.411" v="170" actId="1076"/>
        <pc:sldMkLst>
          <pc:docMk/>
          <pc:sldMk cId="2604289691" sldId="270"/>
        </pc:sldMkLst>
        <pc:graphicFrameChg chg="mod">
          <ac:chgData name="Lina Hammad" userId="34ac694d-4f26-42b1-9dae-635b039c0c5e" providerId="ADAL" clId="{0561A145-09BF-40DC-BBB2-80AA15FD3AC5}" dt="2020-04-06T13:40:30.411" v="170" actId="1076"/>
          <ac:graphicFrameMkLst>
            <pc:docMk/>
            <pc:sldMk cId="2604289691" sldId="270"/>
            <ac:graphicFrameMk id="7" creationId="{00000000-0000-0000-0000-000000000000}"/>
          </ac:graphicFrameMkLst>
        </pc:graphicFrameChg>
        <pc:graphicFrameChg chg="mod">
          <ac:chgData name="Lina Hammad" userId="34ac694d-4f26-42b1-9dae-635b039c0c5e" providerId="ADAL" clId="{0561A145-09BF-40DC-BBB2-80AA15FD3AC5}" dt="2020-04-06T13:40:30.411" v="170" actId="1076"/>
          <ac:graphicFrameMkLst>
            <pc:docMk/>
            <pc:sldMk cId="2604289691" sldId="270"/>
            <ac:graphicFrameMk id="9" creationId="{00000000-0000-0000-0000-000000000000}"/>
          </ac:graphicFrameMkLst>
        </pc:graphicFrameChg>
      </pc:sldChg>
      <pc:sldChg chg="modSp mod">
        <pc:chgData name="Lina Hammad" userId="34ac694d-4f26-42b1-9dae-635b039c0c5e" providerId="ADAL" clId="{0561A145-09BF-40DC-BBB2-80AA15FD3AC5}" dt="2020-04-06T13:40:21.750" v="169" actId="255"/>
        <pc:sldMkLst>
          <pc:docMk/>
          <pc:sldMk cId="1977929527" sldId="271"/>
        </pc:sldMkLst>
        <pc:spChg chg="mod">
          <ac:chgData name="Lina Hammad" userId="34ac694d-4f26-42b1-9dae-635b039c0c5e" providerId="ADAL" clId="{0561A145-09BF-40DC-BBB2-80AA15FD3AC5}" dt="2020-04-06T13:40:21.750" v="169" actId="255"/>
          <ac:spMkLst>
            <pc:docMk/>
            <pc:sldMk cId="1977929527" sldId="271"/>
            <ac:spMk id="4" creationId="{00000000-0000-0000-0000-000000000000}"/>
          </ac:spMkLst>
        </pc:spChg>
      </pc:sldChg>
      <pc:sldChg chg="modSp mod">
        <pc:chgData name="Lina Hammad" userId="34ac694d-4f26-42b1-9dae-635b039c0c5e" providerId="ADAL" clId="{0561A145-09BF-40DC-BBB2-80AA15FD3AC5}" dt="2020-04-06T13:37:34.730" v="137" actId="255"/>
        <pc:sldMkLst>
          <pc:docMk/>
          <pc:sldMk cId="4228438062" sldId="272"/>
        </pc:sldMkLst>
        <pc:spChg chg="mod">
          <ac:chgData name="Lina Hammad" userId="34ac694d-4f26-42b1-9dae-635b039c0c5e" providerId="ADAL" clId="{0561A145-09BF-40DC-BBB2-80AA15FD3AC5}" dt="2020-04-06T13:37:34.730" v="137" actId="255"/>
          <ac:spMkLst>
            <pc:docMk/>
            <pc:sldMk cId="4228438062" sldId="272"/>
            <ac:spMk id="4" creationId="{00000000-0000-0000-0000-000000000000}"/>
          </ac:spMkLst>
        </pc:spChg>
      </pc:sldChg>
      <pc:sldChg chg="modSp mod">
        <pc:chgData name="Lina Hammad" userId="34ac694d-4f26-42b1-9dae-635b039c0c5e" providerId="ADAL" clId="{0561A145-09BF-40DC-BBB2-80AA15FD3AC5}" dt="2020-04-06T13:37:39.301" v="138" actId="255"/>
        <pc:sldMkLst>
          <pc:docMk/>
          <pc:sldMk cId="1874849681" sldId="273"/>
        </pc:sldMkLst>
        <pc:spChg chg="mod">
          <ac:chgData name="Lina Hammad" userId="34ac694d-4f26-42b1-9dae-635b039c0c5e" providerId="ADAL" clId="{0561A145-09BF-40DC-BBB2-80AA15FD3AC5}" dt="2020-04-06T13:37:39.301" v="138" actId="255"/>
          <ac:spMkLst>
            <pc:docMk/>
            <pc:sldMk cId="1874849681" sldId="273"/>
            <ac:spMk id="4" creationId="{00000000-0000-0000-0000-000000000000}"/>
          </ac:spMkLst>
        </pc:spChg>
      </pc:sldChg>
      <pc:sldChg chg="modSp mod">
        <pc:chgData name="Lina Hammad" userId="34ac694d-4f26-42b1-9dae-635b039c0c5e" providerId="ADAL" clId="{0561A145-09BF-40DC-BBB2-80AA15FD3AC5}" dt="2020-04-06T13:37:59.338" v="139" actId="255"/>
        <pc:sldMkLst>
          <pc:docMk/>
          <pc:sldMk cId="4163101904" sldId="274"/>
        </pc:sldMkLst>
        <pc:spChg chg="mod">
          <ac:chgData name="Lina Hammad" userId="34ac694d-4f26-42b1-9dae-635b039c0c5e" providerId="ADAL" clId="{0561A145-09BF-40DC-BBB2-80AA15FD3AC5}" dt="2020-04-06T13:37:59.338" v="139" actId="255"/>
          <ac:spMkLst>
            <pc:docMk/>
            <pc:sldMk cId="4163101904" sldId="274"/>
            <ac:spMk id="4" creationId="{00000000-0000-0000-0000-000000000000}"/>
          </ac:spMkLst>
        </pc:spChg>
      </pc:sldChg>
      <pc:sldChg chg="modSp mod">
        <pc:chgData name="Lina Hammad" userId="34ac694d-4f26-42b1-9dae-635b039c0c5e" providerId="ADAL" clId="{0561A145-09BF-40DC-BBB2-80AA15FD3AC5}" dt="2020-04-06T13:38:06.271" v="140" actId="255"/>
        <pc:sldMkLst>
          <pc:docMk/>
          <pc:sldMk cId="1584233649" sldId="276"/>
        </pc:sldMkLst>
        <pc:spChg chg="mod">
          <ac:chgData name="Lina Hammad" userId="34ac694d-4f26-42b1-9dae-635b039c0c5e" providerId="ADAL" clId="{0561A145-09BF-40DC-BBB2-80AA15FD3AC5}" dt="2020-04-06T13:38:06.271" v="140" actId="255"/>
          <ac:spMkLst>
            <pc:docMk/>
            <pc:sldMk cId="1584233649" sldId="276"/>
            <ac:spMk id="4" creationId="{00000000-0000-0000-0000-000000000000}"/>
          </ac:spMkLst>
        </pc:spChg>
      </pc:sldChg>
      <pc:sldChg chg="modSp mod">
        <pc:chgData name="Lina Hammad" userId="34ac694d-4f26-42b1-9dae-635b039c0c5e" providerId="ADAL" clId="{0561A145-09BF-40DC-BBB2-80AA15FD3AC5}" dt="2020-04-06T13:38:10.517" v="141" actId="255"/>
        <pc:sldMkLst>
          <pc:docMk/>
          <pc:sldMk cId="1262652817" sldId="277"/>
        </pc:sldMkLst>
        <pc:spChg chg="mod">
          <ac:chgData name="Lina Hammad" userId="34ac694d-4f26-42b1-9dae-635b039c0c5e" providerId="ADAL" clId="{0561A145-09BF-40DC-BBB2-80AA15FD3AC5}" dt="2020-04-06T13:38:10.517" v="141" actId="255"/>
          <ac:spMkLst>
            <pc:docMk/>
            <pc:sldMk cId="1262652817" sldId="277"/>
            <ac:spMk id="4" creationId="{00000000-0000-0000-0000-000000000000}"/>
          </ac:spMkLst>
        </pc:spChg>
      </pc:sldChg>
      <pc:sldChg chg="modSp mod ord">
        <pc:chgData name="Lina Hammad" userId="34ac694d-4f26-42b1-9dae-635b039c0c5e" providerId="ADAL" clId="{0561A145-09BF-40DC-BBB2-80AA15FD3AC5}" dt="2020-04-06T13:37:13.498" v="133" actId="14100"/>
        <pc:sldMkLst>
          <pc:docMk/>
          <pc:sldMk cId="1189970316" sldId="282"/>
        </pc:sldMkLst>
        <pc:spChg chg="mod">
          <ac:chgData name="Lina Hammad" userId="34ac694d-4f26-42b1-9dae-635b039c0c5e" providerId="ADAL" clId="{0561A145-09BF-40DC-BBB2-80AA15FD3AC5}" dt="2020-04-06T13:37:13.498" v="133" actId="14100"/>
          <ac:spMkLst>
            <pc:docMk/>
            <pc:sldMk cId="1189970316" sldId="282"/>
            <ac:spMk id="7" creationId="{00000000-0000-0000-0000-000000000000}"/>
          </ac:spMkLst>
        </pc:spChg>
      </pc:sldChg>
      <pc:sldChg chg="modSp mod">
        <pc:chgData name="Lina Hammad" userId="34ac694d-4f26-42b1-9dae-635b039c0c5e" providerId="ADAL" clId="{0561A145-09BF-40DC-BBB2-80AA15FD3AC5}" dt="2020-04-06T13:39:51.628" v="165" actId="255"/>
        <pc:sldMkLst>
          <pc:docMk/>
          <pc:sldMk cId="1270769131" sldId="319"/>
        </pc:sldMkLst>
        <pc:spChg chg="mod">
          <ac:chgData name="Lina Hammad" userId="34ac694d-4f26-42b1-9dae-635b039c0c5e" providerId="ADAL" clId="{0561A145-09BF-40DC-BBB2-80AA15FD3AC5}" dt="2020-04-06T13:39:51.628" v="165" actId="255"/>
          <ac:spMkLst>
            <pc:docMk/>
            <pc:sldMk cId="1270769131" sldId="319"/>
            <ac:spMk id="2" creationId="{00000000-0000-0000-0000-000000000000}"/>
          </ac:spMkLst>
        </pc:spChg>
      </pc:sldChg>
      <pc:sldChg chg="modSp mod">
        <pc:chgData name="Lina Hammad" userId="34ac694d-4f26-42b1-9dae-635b039c0c5e" providerId="ADAL" clId="{0561A145-09BF-40DC-BBB2-80AA15FD3AC5}" dt="2020-04-06T13:40:01.482" v="167" actId="255"/>
        <pc:sldMkLst>
          <pc:docMk/>
          <pc:sldMk cId="1106931818" sldId="353"/>
        </pc:sldMkLst>
        <pc:spChg chg="mod">
          <ac:chgData name="Lina Hammad" userId="34ac694d-4f26-42b1-9dae-635b039c0c5e" providerId="ADAL" clId="{0561A145-09BF-40DC-BBB2-80AA15FD3AC5}" dt="2020-04-06T13:40:01.482" v="167" actId="255"/>
          <ac:spMkLst>
            <pc:docMk/>
            <pc:sldMk cId="1106931818" sldId="353"/>
            <ac:spMk id="4" creationId="{00000000-0000-0000-0000-000000000000}"/>
          </ac:spMkLst>
        </pc:spChg>
      </pc:sldChg>
      <pc:sldChg chg="addSp delSp modSp mod">
        <pc:chgData name="Lina Hammad" userId="34ac694d-4f26-42b1-9dae-635b039c0c5e" providerId="ADAL" clId="{0561A145-09BF-40DC-BBB2-80AA15FD3AC5}" dt="2020-04-06T13:36:59.022" v="131" actId="1035"/>
        <pc:sldMkLst>
          <pc:docMk/>
          <pc:sldMk cId="1759068050" sldId="360"/>
        </pc:sldMkLst>
        <pc:picChg chg="add mod">
          <ac:chgData name="Lina Hammad" userId="34ac694d-4f26-42b1-9dae-635b039c0c5e" providerId="ADAL" clId="{0561A145-09BF-40DC-BBB2-80AA15FD3AC5}" dt="2020-04-06T13:36:59.022" v="131" actId="1035"/>
          <ac:picMkLst>
            <pc:docMk/>
            <pc:sldMk cId="1759068050" sldId="360"/>
            <ac:picMk id="3" creationId="{D2E093E6-6351-4382-A8E6-49620A0EE522}"/>
          </ac:picMkLst>
        </pc:picChg>
        <pc:picChg chg="del">
          <ac:chgData name="Lina Hammad" userId="34ac694d-4f26-42b1-9dae-635b039c0c5e" providerId="ADAL" clId="{0561A145-09BF-40DC-BBB2-80AA15FD3AC5}" dt="2020-04-06T13:36:05.119" v="121" actId="478"/>
          <ac:picMkLst>
            <pc:docMk/>
            <pc:sldMk cId="1759068050" sldId="360"/>
            <ac:picMk id="5" creationId="{00000000-0000-0000-0000-000000000000}"/>
          </ac:picMkLst>
        </pc:picChg>
      </pc:sldChg>
      <pc:sldChg chg="addSp delSp modSp mod">
        <pc:chgData name="Lina Hammad" userId="34ac694d-4f26-42b1-9dae-635b039c0c5e" providerId="ADAL" clId="{0561A145-09BF-40DC-BBB2-80AA15FD3AC5}" dt="2020-04-06T13:35:58.483" v="120" actId="1035"/>
        <pc:sldMkLst>
          <pc:docMk/>
          <pc:sldMk cId="2686563224" sldId="361"/>
        </pc:sldMkLst>
        <pc:graphicFrameChg chg="del mod">
          <ac:chgData name="Lina Hammad" userId="34ac694d-4f26-42b1-9dae-635b039c0c5e" providerId="ADAL" clId="{0561A145-09BF-40DC-BBB2-80AA15FD3AC5}" dt="2020-04-06T13:35:30.911" v="105" actId="21"/>
          <ac:graphicFrameMkLst>
            <pc:docMk/>
            <pc:sldMk cId="2686563224" sldId="361"/>
            <ac:graphicFrameMk id="5" creationId="{00000000-0000-0000-0000-000000000000}"/>
          </ac:graphicFrameMkLst>
        </pc:graphicFrameChg>
        <pc:graphicFrameChg chg="add">
          <ac:chgData name="Lina Hammad" userId="34ac694d-4f26-42b1-9dae-635b039c0c5e" providerId="ADAL" clId="{0561A145-09BF-40DC-BBB2-80AA15FD3AC5}" dt="2020-04-06T13:35:31.115" v="106"/>
          <ac:graphicFrameMkLst>
            <pc:docMk/>
            <pc:sldMk cId="2686563224" sldId="361"/>
            <ac:graphicFrameMk id="6" creationId="{5E43A58F-CB8F-4122-9B0C-81B892550E46}"/>
          </ac:graphicFrameMkLst>
        </pc:graphicFrameChg>
        <pc:picChg chg="del">
          <ac:chgData name="Lina Hammad" userId="34ac694d-4f26-42b1-9dae-635b039c0c5e" providerId="ADAL" clId="{0561A145-09BF-40DC-BBB2-80AA15FD3AC5}" dt="2020-04-06T13:34:40.269" v="98" actId="478"/>
          <ac:picMkLst>
            <pc:docMk/>
            <pc:sldMk cId="2686563224" sldId="361"/>
            <ac:picMk id="2" creationId="{00000000-0000-0000-0000-000000000000}"/>
          </ac:picMkLst>
        </pc:picChg>
        <pc:picChg chg="add mod">
          <ac:chgData name="Lina Hammad" userId="34ac694d-4f26-42b1-9dae-635b039c0c5e" providerId="ADAL" clId="{0561A145-09BF-40DC-BBB2-80AA15FD3AC5}" dt="2020-04-06T13:35:58.483" v="120" actId="1035"/>
          <ac:picMkLst>
            <pc:docMk/>
            <pc:sldMk cId="2686563224" sldId="361"/>
            <ac:picMk id="4" creationId="{01FC56C2-1CA3-4E32-BC92-C16B0050CA4F}"/>
          </ac:picMkLst>
        </pc:picChg>
      </pc:sldChg>
      <pc:sldChg chg="addSp delSp modSp mod">
        <pc:chgData name="Lina Hammad" userId="34ac694d-4f26-42b1-9dae-635b039c0c5e" providerId="ADAL" clId="{0561A145-09BF-40DC-BBB2-80AA15FD3AC5}" dt="2020-04-06T17:02:36.351" v="174" actId="1076"/>
        <pc:sldMkLst>
          <pc:docMk/>
          <pc:sldMk cId="887142475" sldId="362"/>
        </pc:sldMkLst>
        <pc:graphicFrameChg chg="mod">
          <ac:chgData name="Lina Hammad" userId="34ac694d-4f26-42b1-9dae-635b039c0c5e" providerId="ADAL" clId="{0561A145-09BF-40DC-BBB2-80AA15FD3AC5}" dt="2020-04-06T17:02:36.351" v="174" actId="1076"/>
          <ac:graphicFrameMkLst>
            <pc:docMk/>
            <pc:sldMk cId="887142475" sldId="362"/>
            <ac:graphicFrameMk id="4" creationId="{00000000-0000-0000-0000-000000000000}"/>
          </ac:graphicFrameMkLst>
        </pc:graphicFrameChg>
        <pc:picChg chg="del">
          <ac:chgData name="Lina Hammad" userId="34ac694d-4f26-42b1-9dae-635b039c0c5e" providerId="ADAL" clId="{0561A145-09BF-40DC-BBB2-80AA15FD3AC5}" dt="2020-04-06T13:39:10.250" v="159" actId="478"/>
          <ac:picMkLst>
            <pc:docMk/>
            <pc:sldMk cId="887142475" sldId="362"/>
            <ac:picMk id="2" creationId="{00000000-0000-0000-0000-000000000000}"/>
          </ac:picMkLst>
        </pc:picChg>
        <pc:picChg chg="add mod">
          <ac:chgData name="Lina Hammad" userId="34ac694d-4f26-42b1-9dae-635b039c0c5e" providerId="ADAL" clId="{0561A145-09BF-40DC-BBB2-80AA15FD3AC5}" dt="2020-04-06T17:02:30.276" v="173" actId="14100"/>
          <ac:picMkLst>
            <pc:docMk/>
            <pc:sldMk cId="887142475" sldId="362"/>
            <ac:picMk id="3" creationId="{89B94551-F977-445E-9F87-75A75C251B81}"/>
          </ac:picMkLst>
        </pc:picChg>
      </pc:sldChg>
      <pc:sldChg chg="modSp mod">
        <pc:chgData name="Lina Hammad" userId="34ac694d-4f26-42b1-9dae-635b039c0c5e" providerId="ADAL" clId="{0561A145-09BF-40DC-BBB2-80AA15FD3AC5}" dt="2020-04-06T13:38:15.568" v="142" actId="255"/>
        <pc:sldMkLst>
          <pc:docMk/>
          <pc:sldMk cId="4230196931" sldId="363"/>
        </pc:sldMkLst>
        <pc:spChg chg="mod">
          <ac:chgData name="Lina Hammad" userId="34ac694d-4f26-42b1-9dae-635b039c0c5e" providerId="ADAL" clId="{0561A145-09BF-40DC-BBB2-80AA15FD3AC5}" dt="2020-04-06T13:38:15.568" v="142" actId="255"/>
          <ac:spMkLst>
            <pc:docMk/>
            <pc:sldMk cId="4230196931" sldId="363"/>
            <ac:spMk id="2" creationId="{00000000-0000-0000-0000-000000000000}"/>
          </ac:spMkLst>
        </pc:spChg>
      </pc:sldChg>
      <pc:sldChg chg="modSp mod ord">
        <pc:chgData name="Lina Hammad" userId="34ac694d-4f26-42b1-9dae-635b039c0c5e" providerId="ADAL" clId="{0561A145-09BF-40DC-BBB2-80AA15FD3AC5}" dt="2020-04-06T17:03:22.166" v="178" actId="14100"/>
        <pc:sldMkLst>
          <pc:docMk/>
          <pc:sldMk cId="365223873" sldId="367"/>
        </pc:sldMkLst>
        <pc:spChg chg="mod">
          <ac:chgData name="Lina Hammad" userId="34ac694d-4f26-42b1-9dae-635b039c0c5e" providerId="ADAL" clId="{0561A145-09BF-40DC-BBB2-80AA15FD3AC5}" dt="2020-04-06T17:03:22.166" v="178" actId="14100"/>
          <ac:spMkLst>
            <pc:docMk/>
            <pc:sldMk cId="365223873" sldId="367"/>
            <ac:spMk id="7" creationId="{00000000-0000-0000-0000-000000000000}"/>
          </ac:spMkLst>
        </pc:spChg>
        <pc:graphicFrameChg chg="mod">
          <ac:chgData name="Lina Hammad" userId="34ac694d-4f26-42b1-9dae-635b039c0c5e" providerId="ADAL" clId="{0561A145-09BF-40DC-BBB2-80AA15FD3AC5}" dt="2020-04-06T17:03:18.696" v="177" actId="14100"/>
          <ac:graphicFrameMkLst>
            <pc:docMk/>
            <pc:sldMk cId="365223873" sldId="367"/>
            <ac:graphicFrameMk id="4" creationId="{00000000-0000-0000-0000-000000000000}"/>
          </ac:graphicFrameMkLst>
        </pc:graphicFrameChg>
      </pc:sldChg>
      <pc:sldChg chg="modSp mod">
        <pc:chgData name="Lina Hammad" userId="34ac694d-4f26-42b1-9dae-635b039c0c5e" providerId="ADAL" clId="{0561A145-09BF-40DC-BBB2-80AA15FD3AC5}" dt="2020-04-06T13:38:21.630" v="143" actId="255"/>
        <pc:sldMkLst>
          <pc:docMk/>
          <pc:sldMk cId="3828134659" sldId="403"/>
        </pc:sldMkLst>
        <pc:spChg chg="mod">
          <ac:chgData name="Lina Hammad" userId="34ac694d-4f26-42b1-9dae-635b039c0c5e" providerId="ADAL" clId="{0561A145-09BF-40DC-BBB2-80AA15FD3AC5}" dt="2020-04-06T13:38:21.630" v="143" actId="255"/>
          <ac:spMkLst>
            <pc:docMk/>
            <pc:sldMk cId="3828134659" sldId="403"/>
            <ac:spMk id="7" creationId="{00000000-0000-0000-0000-000000000000}"/>
          </ac:spMkLst>
        </pc:spChg>
      </pc:sldChg>
      <pc:sldChg chg="modSp mod">
        <pc:chgData name="Lina Hammad" userId="34ac694d-4f26-42b1-9dae-635b039c0c5e" providerId="ADAL" clId="{0561A145-09BF-40DC-BBB2-80AA15FD3AC5}" dt="2020-04-19T17:18:29.107" v="185" actId="20577"/>
        <pc:sldMkLst>
          <pc:docMk/>
          <pc:sldMk cId="3578804367" sldId="404"/>
        </pc:sldMkLst>
        <pc:spChg chg="mod">
          <ac:chgData name="Lina Hammad" userId="34ac694d-4f26-42b1-9dae-635b039c0c5e" providerId="ADAL" clId="{0561A145-09BF-40DC-BBB2-80AA15FD3AC5}" dt="2020-04-19T17:18:29.107" v="185" actId="20577"/>
          <ac:spMkLst>
            <pc:docMk/>
            <pc:sldMk cId="3578804367" sldId="404"/>
            <ac:spMk id="8" creationId="{00000000-0000-0000-0000-000000000000}"/>
          </ac:spMkLst>
        </pc:spChg>
      </pc:sldChg>
    </pc:docChg>
  </pc:docChgLst>
  <pc:docChgLst>
    <pc:chgData name="Lina.Hammad" userId="34ac694d-4f26-42b1-9dae-635b039c0c5e" providerId="ADAL" clId="{E658C952-A6C9-47B7-9791-9ED24DEE046B}"/>
    <pc:docChg chg="custSel delSld modSld">
      <pc:chgData name="Lina.Hammad" userId="34ac694d-4f26-42b1-9dae-635b039c0c5e" providerId="ADAL" clId="{E658C952-A6C9-47B7-9791-9ED24DEE046B}" dt="2021-03-22T10:09:40.426" v="25" actId="47"/>
      <pc:docMkLst>
        <pc:docMk/>
      </pc:docMkLst>
      <pc:sldChg chg="modSp mod">
        <pc:chgData name="Lina.Hammad" userId="34ac694d-4f26-42b1-9dae-635b039c0c5e" providerId="ADAL" clId="{E658C952-A6C9-47B7-9791-9ED24DEE046B}" dt="2021-03-22T10:09:12.211" v="18" actId="33524"/>
        <pc:sldMkLst>
          <pc:docMk/>
          <pc:sldMk cId="1584233649" sldId="276"/>
        </pc:sldMkLst>
        <pc:spChg chg="mod">
          <ac:chgData name="Lina.Hammad" userId="34ac694d-4f26-42b1-9dae-635b039c0c5e" providerId="ADAL" clId="{E658C952-A6C9-47B7-9791-9ED24DEE046B}" dt="2021-03-22T10:09:12.211" v="18" actId="33524"/>
          <ac:spMkLst>
            <pc:docMk/>
            <pc:sldMk cId="1584233649" sldId="276"/>
            <ac:spMk id="4" creationId="{00000000-0000-0000-0000-000000000000}"/>
          </ac:spMkLst>
        </pc:spChg>
      </pc:sldChg>
      <pc:sldChg chg="delSp modSp mod">
        <pc:chgData name="Lina.Hammad" userId="34ac694d-4f26-42b1-9dae-635b039c0c5e" providerId="ADAL" clId="{E658C952-A6C9-47B7-9791-9ED24DEE046B}" dt="2021-03-22T10:09:30.812" v="23" actId="478"/>
        <pc:sldMkLst>
          <pc:docMk/>
          <pc:sldMk cId="1759068050" sldId="360"/>
        </pc:sldMkLst>
        <pc:spChg chg="del">
          <ac:chgData name="Lina.Hammad" userId="34ac694d-4f26-42b1-9dae-635b039c0c5e" providerId="ADAL" clId="{E658C952-A6C9-47B7-9791-9ED24DEE046B}" dt="2021-03-22T10:09:23.837" v="19" actId="478"/>
          <ac:spMkLst>
            <pc:docMk/>
            <pc:sldMk cId="1759068050" sldId="360"/>
            <ac:spMk id="7" creationId="{E761002E-E494-47EF-BD1C-125266D21A7B}"/>
          </ac:spMkLst>
        </pc:spChg>
        <pc:spChg chg="del mod">
          <ac:chgData name="Lina.Hammad" userId="34ac694d-4f26-42b1-9dae-635b039c0c5e" providerId="ADAL" clId="{E658C952-A6C9-47B7-9791-9ED24DEE046B}" dt="2021-03-22T10:09:30.812" v="23" actId="478"/>
          <ac:spMkLst>
            <pc:docMk/>
            <pc:sldMk cId="1759068050" sldId="360"/>
            <ac:spMk id="10" creationId="{8D3156D5-55A7-4BA8-949B-BE1AA387F6C3}"/>
          </ac:spMkLst>
        </pc:spChg>
        <pc:cxnChg chg="del">
          <ac:chgData name="Lina.Hammad" userId="34ac694d-4f26-42b1-9dae-635b039c0c5e" providerId="ADAL" clId="{E658C952-A6C9-47B7-9791-9ED24DEE046B}" dt="2021-03-22T10:09:25.560" v="20" actId="478"/>
          <ac:cxnSpMkLst>
            <pc:docMk/>
            <pc:sldMk cId="1759068050" sldId="360"/>
            <ac:cxnSpMk id="6" creationId="{6B35012F-7F21-4D74-8E90-18B2B8FA0D11}"/>
          </ac:cxnSpMkLst>
        </pc:cxnChg>
        <pc:cxnChg chg="del">
          <ac:chgData name="Lina.Hammad" userId="34ac694d-4f26-42b1-9dae-635b039c0c5e" providerId="ADAL" clId="{E658C952-A6C9-47B7-9791-9ED24DEE046B}" dt="2021-03-22T10:09:27.499" v="21" actId="478"/>
          <ac:cxnSpMkLst>
            <pc:docMk/>
            <pc:sldMk cId="1759068050" sldId="360"/>
            <ac:cxnSpMk id="9" creationId="{F05EA887-B13C-439C-A0ED-F12863948B81}"/>
          </ac:cxnSpMkLst>
        </pc:cxnChg>
      </pc:sldChg>
      <pc:sldChg chg="modSp mod">
        <pc:chgData name="Lina.Hammad" userId="34ac694d-4f26-42b1-9dae-635b039c0c5e" providerId="ADAL" clId="{E658C952-A6C9-47B7-9791-9ED24DEE046B}" dt="2021-03-22T10:08:52.926" v="16" actId="20577"/>
        <pc:sldMkLst>
          <pc:docMk/>
          <pc:sldMk cId="3578804367" sldId="404"/>
        </pc:sldMkLst>
        <pc:spChg chg="mod">
          <ac:chgData name="Lina.Hammad" userId="34ac694d-4f26-42b1-9dae-635b039c0c5e" providerId="ADAL" clId="{E658C952-A6C9-47B7-9791-9ED24DEE046B}" dt="2021-03-22T10:08:52.926" v="16" actId="20577"/>
          <ac:spMkLst>
            <pc:docMk/>
            <pc:sldMk cId="3578804367" sldId="404"/>
            <ac:spMk id="8" creationId="{00000000-0000-0000-0000-000000000000}"/>
          </ac:spMkLst>
        </pc:spChg>
      </pc:sldChg>
      <pc:sldChg chg="del">
        <pc:chgData name="Lina.Hammad" userId="34ac694d-4f26-42b1-9dae-635b039c0c5e" providerId="ADAL" clId="{E658C952-A6C9-47B7-9791-9ED24DEE046B}" dt="2021-03-22T10:09:40.426" v="25" actId="47"/>
        <pc:sldMkLst>
          <pc:docMk/>
          <pc:sldMk cId="1700588286" sldId="411"/>
        </pc:sldMkLst>
      </pc:sldChg>
      <pc:sldChg chg="del">
        <pc:chgData name="Lina.Hammad" userId="34ac694d-4f26-42b1-9dae-635b039c0c5e" providerId="ADAL" clId="{E658C952-A6C9-47B7-9791-9ED24DEE046B}" dt="2021-03-22T10:09:36.795" v="24" actId="47"/>
        <pc:sldMkLst>
          <pc:docMk/>
          <pc:sldMk cId="3757256146" sldId="412"/>
        </pc:sldMkLst>
      </pc:sldChg>
    </pc:docChg>
  </pc:docChgLst>
  <pc:docChgLst>
    <pc:chgData name="Lina.Hammad" userId="34ac694d-4f26-42b1-9dae-635b039c0c5e" providerId="ADAL" clId="{5E2AF030-4D46-4371-AC94-4CE911771E26}"/>
    <pc:docChg chg="delSld">
      <pc:chgData name="Lina.Hammad" userId="34ac694d-4f26-42b1-9dae-635b039c0c5e" providerId="ADAL" clId="{5E2AF030-4D46-4371-AC94-4CE911771E26}" dt="2021-07-13T12:14:24.085" v="0" actId="47"/>
      <pc:docMkLst>
        <pc:docMk/>
      </pc:docMkLst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415511914" sldId="261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1663323258" sldId="262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3105392378" sldId="263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2728256253" sldId="264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371869865" sldId="265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957917491" sldId="266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286148532" sldId="268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3893245224" sldId="269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2604289691" sldId="270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1977929527" sldId="271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4228438062" sldId="272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1874849681" sldId="273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4163101904" sldId="274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1584233649" sldId="276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1262652817" sldId="277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880158531" sldId="278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418334627" sldId="279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1189970316" sldId="282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3019167012" sldId="307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1270769131" sldId="319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1106931818" sldId="353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1759068050" sldId="360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2686563224" sldId="361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887142475" sldId="362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4230196931" sldId="363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365223873" sldId="367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3828134659" sldId="403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4073542765" sldId="407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994464608" sldId="408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1589809775" sldId="409"/>
        </pc:sldMkLst>
      </pc:sldChg>
      <pc:sldChg chg="del">
        <pc:chgData name="Lina.Hammad" userId="34ac694d-4f26-42b1-9dae-635b039c0c5e" providerId="ADAL" clId="{5E2AF030-4D46-4371-AC94-4CE911771E26}" dt="2021-07-13T12:14:24.085" v="0" actId="47"/>
        <pc:sldMkLst>
          <pc:docMk/>
          <pc:sldMk cId="1030642478" sldId="410"/>
        </pc:sldMkLst>
      </pc:sldChg>
    </pc:docChg>
  </pc:docChgLst>
  <pc:docChgLst>
    <pc:chgData name="Lina.Hammad" userId="34ac694d-4f26-42b1-9dae-635b039c0c5e" providerId="ADAL" clId="{ADB122A3-0729-41B8-9868-004753AF7469}"/>
    <pc:docChg chg="undo custSel addSld delSld modSld sldOrd">
      <pc:chgData name="Lina.Hammad" userId="34ac694d-4f26-42b1-9dae-635b039c0c5e" providerId="ADAL" clId="{ADB122A3-0729-41B8-9868-004753AF7469}" dt="2021-07-12T08:26:46.775" v="1026" actId="33524"/>
      <pc:docMkLst>
        <pc:docMk/>
      </pc:docMkLst>
      <pc:sldChg chg="modSp add del mod ord">
        <pc:chgData name="Lina.Hammad" userId="34ac694d-4f26-42b1-9dae-635b039c0c5e" providerId="ADAL" clId="{ADB122A3-0729-41B8-9868-004753AF7469}" dt="2021-07-12T07:34:28.449" v="561" actId="20577"/>
        <pc:sldMkLst>
          <pc:docMk/>
          <pc:sldMk cId="1851797916" sldId="258"/>
        </pc:sldMkLst>
        <pc:spChg chg="mod">
          <ac:chgData name="Lina.Hammad" userId="34ac694d-4f26-42b1-9dae-635b039c0c5e" providerId="ADAL" clId="{ADB122A3-0729-41B8-9868-004753AF7469}" dt="2021-07-12T07:32:30.124" v="527" actId="255"/>
          <ac:spMkLst>
            <pc:docMk/>
            <pc:sldMk cId="1851797916" sldId="258"/>
            <ac:spMk id="4" creationId="{00000000-0000-0000-0000-000000000000}"/>
          </ac:spMkLst>
        </pc:spChg>
        <pc:graphicFrameChg chg="mod">
          <ac:chgData name="Lina.Hammad" userId="34ac694d-4f26-42b1-9dae-635b039c0c5e" providerId="ADAL" clId="{ADB122A3-0729-41B8-9868-004753AF7469}" dt="2021-07-12T07:34:28.449" v="561" actId="20577"/>
          <ac:graphicFrameMkLst>
            <pc:docMk/>
            <pc:sldMk cId="1851797916" sldId="258"/>
            <ac:graphicFrameMk id="3" creationId="{00000000-0000-0000-0000-000000000000}"/>
          </ac:graphicFrameMkLst>
        </pc:graphicFrameChg>
      </pc:sldChg>
      <pc:sldChg chg="addSp delSp modSp mod">
        <pc:chgData name="Lina.Hammad" userId="34ac694d-4f26-42b1-9dae-635b039c0c5e" providerId="ADAL" clId="{ADB122A3-0729-41B8-9868-004753AF7469}" dt="2021-07-12T08:07:59.665" v="917" actId="113"/>
        <pc:sldMkLst>
          <pc:docMk/>
          <pc:sldMk cId="1104410889" sldId="259"/>
        </pc:sldMkLst>
        <pc:spChg chg="mod">
          <ac:chgData name="Lina.Hammad" userId="34ac694d-4f26-42b1-9dae-635b039c0c5e" providerId="ADAL" clId="{ADB122A3-0729-41B8-9868-004753AF7469}" dt="2021-07-12T07:41:37.102" v="665" actId="20577"/>
          <ac:spMkLst>
            <pc:docMk/>
            <pc:sldMk cId="1104410889" sldId="259"/>
            <ac:spMk id="4" creationId="{00000000-0000-0000-0000-000000000000}"/>
          </ac:spMkLst>
        </pc:spChg>
        <pc:spChg chg="mod">
          <ac:chgData name="Lina.Hammad" userId="34ac694d-4f26-42b1-9dae-635b039c0c5e" providerId="ADAL" clId="{ADB122A3-0729-41B8-9868-004753AF7469}" dt="2021-07-12T07:39:45.379" v="643" actId="1076"/>
          <ac:spMkLst>
            <pc:docMk/>
            <pc:sldMk cId="1104410889" sldId="259"/>
            <ac:spMk id="9" creationId="{4AC5028D-C99C-4995-A689-D6052A0AEA48}"/>
          </ac:spMkLst>
        </pc:spChg>
        <pc:spChg chg="mod">
          <ac:chgData name="Lina.Hammad" userId="34ac694d-4f26-42b1-9dae-635b039c0c5e" providerId="ADAL" clId="{ADB122A3-0729-41B8-9868-004753AF7469}" dt="2021-07-12T07:40:42.336" v="653" actId="14100"/>
          <ac:spMkLst>
            <pc:docMk/>
            <pc:sldMk cId="1104410889" sldId="259"/>
            <ac:spMk id="10" creationId="{A31535D4-6489-4558-88FD-9ECA81E28B50}"/>
          </ac:spMkLst>
        </pc:spChg>
        <pc:spChg chg="mod">
          <ac:chgData name="Lina.Hammad" userId="34ac694d-4f26-42b1-9dae-635b039c0c5e" providerId="ADAL" clId="{ADB122A3-0729-41B8-9868-004753AF7469}" dt="2021-07-12T07:38:36.021" v="629" actId="255"/>
          <ac:spMkLst>
            <pc:docMk/>
            <pc:sldMk cId="1104410889" sldId="259"/>
            <ac:spMk id="11" creationId="{C8DE7320-7D32-4349-94EE-4C18F8C93D68}"/>
          </ac:spMkLst>
        </pc:spChg>
        <pc:spChg chg="mod">
          <ac:chgData name="Lina.Hammad" userId="34ac694d-4f26-42b1-9dae-635b039c0c5e" providerId="ADAL" clId="{ADB122A3-0729-41B8-9868-004753AF7469}" dt="2021-07-12T07:37:13.976" v="597"/>
          <ac:spMkLst>
            <pc:docMk/>
            <pc:sldMk cId="1104410889" sldId="259"/>
            <ac:spMk id="12" creationId="{4288559C-787A-4835-A35E-F970F3A060AE}"/>
          </ac:spMkLst>
        </pc:spChg>
        <pc:spChg chg="mod">
          <ac:chgData name="Lina.Hammad" userId="34ac694d-4f26-42b1-9dae-635b039c0c5e" providerId="ADAL" clId="{ADB122A3-0729-41B8-9868-004753AF7469}" dt="2021-07-12T07:37:13.976" v="597"/>
          <ac:spMkLst>
            <pc:docMk/>
            <pc:sldMk cId="1104410889" sldId="259"/>
            <ac:spMk id="13" creationId="{5091E7CD-B447-4EAE-9E2B-F6C7737691B0}"/>
          </ac:spMkLst>
        </pc:spChg>
        <pc:spChg chg="mod">
          <ac:chgData name="Lina.Hammad" userId="34ac694d-4f26-42b1-9dae-635b039c0c5e" providerId="ADAL" clId="{ADB122A3-0729-41B8-9868-004753AF7469}" dt="2021-07-12T07:39:51.627" v="644" actId="1076"/>
          <ac:spMkLst>
            <pc:docMk/>
            <pc:sldMk cId="1104410889" sldId="259"/>
            <ac:spMk id="14" creationId="{14F1AC99-881E-4427-8486-B46C90693588}"/>
          </ac:spMkLst>
        </pc:spChg>
        <pc:spChg chg="mod">
          <ac:chgData name="Lina.Hammad" userId="34ac694d-4f26-42b1-9dae-635b039c0c5e" providerId="ADAL" clId="{ADB122A3-0729-41B8-9868-004753AF7469}" dt="2021-07-12T07:40:39.543" v="652" actId="14100"/>
          <ac:spMkLst>
            <pc:docMk/>
            <pc:sldMk cId="1104410889" sldId="259"/>
            <ac:spMk id="15" creationId="{38AA3360-3389-451C-A0FE-0311FF70688E}"/>
          </ac:spMkLst>
        </pc:spChg>
        <pc:spChg chg="mod">
          <ac:chgData name="Lina.Hammad" userId="34ac694d-4f26-42b1-9dae-635b039c0c5e" providerId="ADAL" clId="{ADB122A3-0729-41B8-9868-004753AF7469}" dt="2021-07-12T07:38:39.675" v="630" actId="255"/>
          <ac:spMkLst>
            <pc:docMk/>
            <pc:sldMk cId="1104410889" sldId="259"/>
            <ac:spMk id="16" creationId="{BEDBFB67-E072-40D1-B371-2159215E95A0}"/>
          </ac:spMkLst>
        </pc:spChg>
        <pc:spChg chg="mod">
          <ac:chgData name="Lina.Hammad" userId="34ac694d-4f26-42b1-9dae-635b039c0c5e" providerId="ADAL" clId="{ADB122A3-0729-41B8-9868-004753AF7469}" dt="2021-07-12T07:37:13.976" v="597"/>
          <ac:spMkLst>
            <pc:docMk/>
            <pc:sldMk cId="1104410889" sldId="259"/>
            <ac:spMk id="17" creationId="{EE2F4017-8AE1-4D7E-ACA5-D0D704120E52}"/>
          </ac:spMkLst>
        </pc:spChg>
        <pc:spChg chg="mod">
          <ac:chgData name="Lina.Hammad" userId="34ac694d-4f26-42b1-9dae-635b039c0c5e" providerId="ADAL" clId="{ADB122A3-0729-41B8-9868-004753AF7469}" dt="2021-07-12T07:40:24.219" v="649" actId="1076"/>
          <ac:spMkLst>
            <pc:docMk/>
            <pc:sldMk cId="1104410889" sldId="259"/>
            <ac:spMk id="18" creationId="{02F64D76-6748-443A-8EB4-84AB7FBF654E}"/>
          </ac:spMkLst>
        </pc:spChg>
        <pc:spChg chg="mod">
          <ac:chgData name="Lina.Hammad" userId="34ac694d-4f26-42b1-9dae-635b039c0c5e" providerId="ADAL" clId="{ADB122A3-0729-41B8-9868-004753AF7469}" dt="2021-07-12T07:39:55.822" v="645" actId="1076"/>
          <ac:spMkLst>
            <pc:docMk/>
            <pc:sldMk cId="1104410889" sldId="259"/>
            <ac:spMk id="19" creationId="{02C5F368-82A1-4F77-991C-C32962B8BA7A}"/>
          </ac:spMkLst>
        </pc:spChg>
        <pc:spChg chg="mod">
          <ac:chgData name="Lina.Hammad" userId="34ac694d-4f26-42b1-9dae-635b039c0c5e" providerId="ADAL" clId="{ADB122A3-0729-41B8-9868-004753AF7469}" dt="2021-07-12T07:40:45.564" v="654" actId="14100"/>
          <ac:spMkLst>
            <pc:docMk/>
            <pc:sldMk cId="1104410889" sldId="259"/>
            <ac:spMk id="20" creationId="{D3F1BA3E-4216-466C-8905-B32E4BE14A6B}"/>
          </ac:spMkLst>
        </pc:spChg>
        <pc:spChg chg="mod">
          <ac:chgData name="Lina.Hammad" userId="34ac694d-4f26-42b1-9dae-635b039c0c5e" providerId="ADAL" clId="{ADB122A3-0729-41B8-9868-004753AF7469}" dt="2021-07-12T07:38:43.807" v="631" actId="255"/>
          <ac:spMkLst>
            <pc:docMk/>
            <pc:sldMk cId="1104410889" sldId="259"/>
            <ac:spMk id="21" creationId="{2F69CE06-F83E-45B0-8C05-8E4B30ACC376}"/>
          </ac:spMkLst>
        </pc:spChg>
        <pc:spChg chg="mod">
          <ac:chgData name="Lina.Hammad" userId="34ac694d-4f26-42b1-9dae-635b039c0c5e" providerId="ADAL" clId="{ADB122A3-0729-41B8-9868-004753AF7469}" dt="2021-07-12T07:37:13.976" v="597"/>
          <ac:spMkLst>
            <pc:docMk/>
            <pc:sldMk cId="1104410889" sldId="259"/>
            <ac:spMk id="22" creationId="{7DBE0A02-9170-4270-A57B-F5EC61CBD1CD}"/>
          </ac:spMkLst>
        </pc:spChg>
        <pc:spChg chg="mod">
          <ac:chgData name="Lina.Hammad" userId="34ac694d-4f26-42b1-9dae-635b039c0c5e" providerId="ADAL" clId="{ADB122A3-0729-41B8-9868-004753AF7469}" dt="2021-07-12T07:37:13.976" v="597"/>
          <ac:spMkLst>
            <pc:docMk/>
            <pc:sldMk cId="1104410889" sldId="259"/>
            <ac:spMk id="23" creationId="{9A3D48DB-1C2A-4503-853B-FAD209DCA4BB}"/>
          </ac:spMkLst>
        </pc:spChg>
        <pc:spChg chg="add del">
          <ac:chgData name="Lina.Hammad" userId="34ac694d-4f26-42b1-9dae-635b039c0c5e" providerId="ADAL" clId="{ADB122A3-0729-41B8-9868-004753AF7469}" dt="2021-07-12T07:41:31.678" v="662" actId="22"/>
          <ac:spMkLst>
            <pc:docMk/>
            <pc:sldMk cId="1104410889" sldId="259"/>
            <ac:spMk id="24" creationId="{E2BEEDAD-A7C8-41D1-AB2C-44716ACED555}"/>
          </ac:spMkLst>
        </pc:spChg>
        <pc:grpChg chg="add mod">
          <ac:chgData name="Lina.Hammad" userId="34ac694d-4f26-42b1-9dae-635b039c0c5e" providerId="ADAL" clId="{ADB122A3-0729-41B8-9868-004753AF7469}" dt="2021-07-12T07:40:57.225" v="656" actId="14100"/>
          <ac:grpSpMkLst>
            <pc:docMk/>
            <pc:sldMk cId="1104410889" sldId="259"/>
            <ac:grpSpMk id="5" creationId="{4D3957F0-E730-4307-9025-30A1FFB1E7C9}"/>
          </ac:grpSpMkLst>
        </pc:grpChg>
        <pc:grpChg chg="mod">
          <ac:chgData name="Lina.Hammad" userId="34ac694d-4f26-42b1-9dae-635b039c0c5e" providerId="ADAL" clId="{ADB122A3-0729-41B8-9868-004753AF7469}" dt="2021-07-12T07:37:13.976" v="597"/>
          <ac:grpSpMkLst>
            <pc:docMk/>
            <pc:sldMk cId="1104410889" sldId="259"/>
            <ac:grpSpMk id="6" creationId="{1F4A7554-3884-42E9-B58A-B37A73004151}"/>
          </ac:grpSpMkLst>
        </pc:grpChg>
        <pc:grpChg chg="mod">
          <ac:chgData name="Lina.Hammad" userId="34ac694d-4f26-42b1-9dae-635b039c0c5e" providerId="ADAL" clId="{ADB122A3-0729-41B8-9868-004753AF7469}" dt="2021-07-12T07:37:13.976" v="597"/>
          <ac:grpSpMkLst>
            <pc:docMk/>
            <pc:sldMk cId="1104410889" sldId="259"/>
            <ac:grpSpMk id="7" creationId="{AD0AF187-67AD-4378-BB85-F77EE4CD86C8}"/>
          </ac:grpSpMkLst>
        </pc:grpChg>
        <pc:grpChg chg="mod">
          <ac:chgData name="Lina.Hammad" userId="34ac694d-4f26-42b1-9dae-635b039c0c5e" providerId="ADAL" clId="{ADB122A3-0729-41B8-9868-004753AF7469}" dt="2021-07-12T07:37:13.976" v="597"/>
          <ac:grpSpMkLst>
            <pc:docMk/>
            <pc:sldMk cId="1104410889" sldId="259"/>
            <ac:grpSpMk id="8" creationId="{C9845802-E264-4ADE-8CC6-C0478DDF9C9A}"/>
          </ac:grpSpMkLst>
        </pc:grpChg>
        <pc:graphicFrameChg chg="mod">
          <ac:chgData name="Lina.Hammad" userId="34ac694d-4f26-42b1-9dae-635b039c0c5e" providerId="ADAL" clId="{ADB122A3-0729-41B8-9868-004753AF7469}" dt="2021-07-12T08:07:59.665" v="917" actId="113"/>
          <ac:graphicFrameMkLst>
            <pc:docMk/>
            <pc:sldMk cId="1104410889" sldId="259"/>
            <ac:graphicFrameMk id="3" creationId="{00000000-0000-0000-0000-000000000000}"/>
          </ac:graphicFrameMkLst>
        </pc:graphicFrameChg>
      </pc:sldChg>
      <pc:sldChg chg="modSp mod">
        <pc:chgData name="Lina.Hammad" userId="34ac694d-4f26-42b1-9dae-635b039c0c5e" providerId="ADAL" clId="{ADB122A3-0729-41B8-9868-004753AF7469}" dt="2021-07-12T08:11:42.360" v="935" actId="113"/>
        <pc:sldMkLst>
          <pc:docMk/>
          <pc:sldMk cId="3830753990" sldId="260"/>
        </pc:sldMkLst>
        <pc:spChg chg="mod">
          <ac:chgData name="Lina.Hammad" userId="34ac694d-4f26-42b1-9dae-635b039c0c5e" providerId="ADAL" clId="{ADB122A3-0729-41B8-9868-004753AF7469}" dt="2021-07-12T08:11:23.124" v="933" actId="255"/>
          <ac:spMkLst>
            <pc:docMk/>
            <pc:sldMk cId="3830753990" sldId="260"/>
            <ac:spMk id="4" creationId="{00000000-0000-0000-0000-000000000000}"/>
          </ac:spMkLst>
        </pc:spChg>
        <pc:graphicFrameChg chg="mod">
          <ac:chgData name="Lina.Hammad" userId="34ac694d-4f26-42b1-9dae-635b039c0c5e" providerId="ADAL" clId="{ADB122A3-0729-41B8-9868-004753AF7469}" dt="2021-07-12T08:11:42.360" v="935" actId="113"/>
          <ac:graphicFrameMkLst>
            <pc:docMk/>
            <pc:sldMk cId="3830753990" sldId="260"/>
            <ac:graphicFrameMk id="3" creationId="{00000000-0000-0000-0000-000000000000}"/>
          </ac:graphicFrameMkLst>
        </pc:graphicFrameChg>
      </pc:sldChg>
      <pc:sldChg chg="modSp mod">
        <pc:chgData name="Lina.Hammad" userId="34ac694d-4f26-42b1-9dae-635b039c0c5e" providerId="ADAL" clId="{ADB122A3-0729-41B8-9868-004753AF7469}" dt="2021-07-12T08:14:05.138" v="943" actId="255"/>
        <pc:sldMkLst>
          <pc:docMk/>
          <pc:sldMk cId="4228438062" sldId="272"/>
        </pc:sldMkLst>
        <pc:spChg chg="mod">
          <ac:chgData name="Lina.Hammad" userId="34ac694d-4f26-42b1-9dae-635b039c0c5e" providerId="ADAL" clId="{ADB122A3-0729-41B8-9868-004753AF7469}" dt="2021-07-12T08:14:05.138" v="943" actId="255"/>
          <ac:spMkLst>
            <pc:docMk/>
            <pc:sldMk cId="4228438062" sldId="272"/>
            <ac:spMk id="4" creationId="{00000000-0000-0000-0000-000000000000}"/>
          </ac:spMkLst>
        </pc:spChg>
      </pc:sldChg>
      <pc:sldChg chg="modSp mod">
        <pc:chgData name="Lina.Hammad" userId="34ac694d-4f26-42b1-9dae-635b039c0c5e" providerId="ADAL" clId="{ADB122A3-0729-41B8-9868-004753AF7469}" dt="2021-07-12T08:25:39.947" v="1022" actId="20577"/>
        <pc:sldMkLst>
          <pc:docMk/>
          <pc:sldMk cId="1874849681" sldId="273"/>
        </pc:sldMkLst>
        <pc:spChg chg="mod">
          <ac:chgData name="Lina.Hammad" userId="34ac694d-4f26-42b1-9dae-635b039c0c5e" providerId="ADAL" clId="{ADB122A3-0729-41B8-9868-004753AF7469}" dt="2021-07-12T08:25:39.947" v="1022" actId="20577"/>
          <ac:spMkLst>
            <pc:docMk/>
            <pc:sldMk cId="1874849681" sldId="273"/>
            <ac:spMk id="4" creationId="{00000000-0000-0000-0000-000000000000}"/>
          </ac:spMkLst>
        </pc:spChg>
      </pc:sldChg>
      <pc:sldChg chg="modSp">
        <pc:chgData name="Lina.Hammad" userId="34ac694d-4f26-42b1-9dae-635b039c0c5e" providerId="ADAL" clId="{ADB122A3-0729-41B8-9868-004753AF7469}" dt="2021-07-12T08:14:32.661" v="944" actId="113"/>
        <pc:sldMkLst>
          <pc:docMk/>
          <pc:sldMk cId="4163101904" sldId="274"/>
        </pc:sldMkLst>
        <pc:graphicFrameChg chg="mod">
          <ac:chgData name="Lina.Hammad" userId="34ac694d-4f26-42b1-9dae-635b039c0c5e" providerId="ADAL" clId="{ADB122A3-0729-41B8-9868-004753AF7469}" dt="2021-07-12T08:14:32.661" v="944" actId="113"/>
          <ac:graphicFrameMkLst>
            <pc:docMk/>
            <pc:sldMk cId="4163101904" sldId="274"/>
            <ac:graphicFrameMk id="3" creationId="{00000000-0000-0000-0000-000000000000}"/>
          </ac:graphicFrameMkLst>
        </pc:graphicFrameChg>
      </pc:sldChg>
      <pc:sldChg chg="modSp mod">
        <pc:chgData name="Lina.Hammad" userId="34ac694d-4f26-42b1-9dae-635b039c0c5e" providerId="ADAL" clId="{ADB122A3-0729-41B8-9868-004753AF7469}" dt="2021-07-12T08:26:46.775" v="1026" actId="33524"/>
        <pc:sldMkLst>
          <pc:docMk/>
          <pc:sldMk cId="1189970316" sldId="282"/>
        </pc:sldMkLst>
        <pc:spChg chg="mod">
          <ac:chgData name="Lina.Hammad" userId="34ac694d-4f26-42b1-9dae-635b039c0c5e" providerId="ADAL" clId="{ADB122A3-0729-41B8-9868-004753AF7469}" dt="2021-07-12T08:26:46.775" v="1026" actId="33524"/>
          <ac:spMkLst>
            <pc:docMk/>
            <pc:sldMk cId="1189970316" sldId="282"/>
            <ac:spMk id="7" creationId="{00000000-0000-0000-0000-000000000000}"/>
          </ac:spMkLst>
        </pc:spChg>
      </pc:sldChg>
      <pc:sldChg chg="add modTransition setBg">
        <pc:chgData name="Lina.Hammad" userId="34ac694d-4f26-42b1-9dae-635b039c0c5e" providerId="ADAL" clId="{ADB122A3-0729-41B8-9868-004753AF7469}" dt="2021-07-12T08:13:35.926" v="936"/>
        <pc:sldMkLst>
          <pc:docMk/>
          <pc:sldMk cId="3019167012" sldId="307"/>
        </pc:sldMkLst>
      </pc:sldChg>
      <pc:sldChg chg="del">
        <pc:chgData name="Lina.Hammad" userId="34ac694d-4f26-42b1-9dae-635b039c0c5e" providerId="ADAL" clId="{ADB122A3-0729-41B8-9868-004753AF7469}" dt="2021-07-12T07:13:50.741" v="20" actId="47"/>
        <pc:sldMkLst>
          <pc:docMk/>
          <pc:sldMk cId="2904067332" sldId="318"/>
        </pc:sldMkLst>
      </pc:sldChg>
      <pc:sldChg chg="modSp mod">
        <pc:chgData name="Lina.Hammad" userId="34ac694d-4f26-42b1-9dae-635b039c0c5e" providerId="ADAL" clId="{ADB122A3-0729-41B8-9868-004753AF7469}" dt="2021-07-12T08:13:52.434" v="942" actId="1035"/>
        <pc:sldMkLst>
          <pc:docMk/>
          <pc:sldMk cId="1399412187" sldId="322"/>
        </pc:sldMkLst>
        <pc:graphicFrameChg chg="mod">
          <ac:chgData name="Lina.Hammad" userId="34ac694d-4f26-42b1-9dae-635b039c0c5e" providerId="ADAL" clId="{ADB122A3-0729-41B8-9868-004753AF7469}" dt="2021-07-12T08:13:45.970" v="937" actId="113"/>
          <ac:graphicFrameMkLst>
            <pc:docMk/>
            <pc:sldMk cId="1399412187" sldId="322"/>
            <ac:graphicFrameMk id="3" creationId="{00000000-0000-0000-0000-000000000000}"/>
          </ac:graphicFrameMkLst>
        </pc:graphicFrameChg>
        <pc:picChg chg="mod">
          <ac:chgData name="Lina.Hammad" userId="34ac694d-4f26-42b1-9dae-635b039c0c5e" providerId="ADAL" clId="{ADB122A3-0729-41B8-9868-004753AF7469}" dt="2021-07-12T08:13:52.434" v="942" actId="1035"/>
          <ac:picMkLst>
            <pc:docMk/>
            <pc:sldMk cId="1399412187" sldId="322"/>
            <ac:picMk id="5" creationId="{00000000-0000-0000-0000-000000000000}"/>
          </ac:picMkLst>
        </pc:picChg>
      </pc:sldChg>
      <pc:sldChg chg="modSp mod">
        <pc:chgData name="Lina.Hammad" userId="34ac694d-4f26-42b1-9dae-635b039c0c5e" providerId="ADAL" clId="{ADB122A3-0729-41B8-9868-004753AF7469}" dt="2021-07-12T08:26:39.882" v="1024" actId="1076"/>
        <pc:sldMkLst>
          <pc:docMk/>
          <pc:sldMk cId="2686563224" sldId="361"/>
        </pc:sldMkLst>
        <pc:picChg chg="mod">
          <ac:chgData name="Lina.Hammad" userId="34ac694d-4f26-42b1-9dae-635b039c0c5e" providerId="ADAL" clId="{ADB122A3-0729-41B8-9868-004753AF7469}" dt="2021-07-12T08:26:39.882" v="1024" actId="1076"/>
          <ac:picMkLst>
            <pc:docMk/>
            <pc:sldMk cId="2686563224" sldId="361"/>
            <ac:picMk id="23" creationId="{F82F6344-F07F-4A15-97F8-02EBBDADF8A3}"/>
          </ac:picMkLst>
        </pc:picChg>
      </pc:sldChg>
      <pc:sldChg chg="modSp mod">
        <pc:chgData name="Lina.Hammad" userId="34ac694d-4f26-42b1-9dae-635b039c0c5e" providerId="ADAL" clId="{ADB122A3-0729-41B8-9868-004753AF7469}" dt="2021-07-12T08:07:31.003" v="913" actId="20577"/>
        <pc:sldMkLst>
          <pc:docMk/>
          <pc:sldMk cId="3578804367" sldId="404"/>
        </pc:sldMkLst>
        <pc:spChg chg="mod">
          <ac:chgData name="Lina.Hammad" userId="34ac694d-4f26-42b1-9dae-635b039c0c5e" providerId="ADAL" clId="{ADB122A3-0729-41B8-9868-004753AF7469}" dt="2021-07-12T08:07:31.003" v="913" actId="20577"/>
          <ac:spMkLst>
            <pc:docMk/>
            <pc:sldMk cId="3578804367" sldId="404"/>
            <ac:spMk id="8" creationId="{00000000-0000-0000-0000-000000000000}"/>
          </ac:spMkLst>
        </pc:spChg>
      </pc:sldChg>
      <pc:sldChg chg="del">
        <pc:chgData name="Lina.Hammad" userId="34ac694d-4f26-42b1-9dae-635b039c0c5e" providerId="ADAL" clId="{ADB122A3-0729-41B8-9868-004753AF7469}" dt="2021-07-12T08:11:32.846" v="934" actId="47"/>
        <pc:sldMkLst>
          <pc:docMk/>
          <pc:sldMk cId="4103365460" sldId="406"/>
        </pc:sldMkLst>
      </pc:sldChg>
      <pc:sldChg chg="del">
        <pc:chgData name="Lina.Hammad" userId="34ac694d-4f26-42b1-9dae-635b039c0c5e" providerId="ADAL" clId="{ADB122A3-0729-41B8-9868-004753AF7469}" dt="2021-07-12T08:26:43.414" v="1025" actId="47"/>
        <pc:sldMkLst>
          <pc:docMk/>
          <pc:sldMk cId="3912225681" sldId="411"/>
        </pc:sldMkLst>
      </pc:sldChg>
      <pc:sldChg chg="new del">
        <pc:chgData name="Lina.Hammad" userId="34ac694d-4f26-42b1-9dae-635b039c0c5e" providerId="ADAL" clId="{ADB122A3-0729-41B8-9868-004753AF7469}" dt="2021-07-12T07:14:02.291" v="23" actId="47"/>
        <pc:sldMkLst>
          <pc:docMk/>
          <pc:sldMk cId="3516252239" sldId="412"/>
        </pc:sldMkLst>
      </pc:sldChg>
      <pc:sldChg chg="addSp delSp modSp add del mod">
        <pc:chgData name="Lina.Hammad" userId="34ac694d-4f26-42b1-9dae-635b039c0c5e" providerId="ADAL" clId="{ADB122A3-0729-41B8-9868-004753AF7469}" dt="2021-07-12T07:16:32.747" v="114" actId="47"/>
        <pc:sldMkLst>
          <pc:docMk/>
          <pc:sldMk cId="3812479118" sldId="412"/>
        </pc:sldMkLst>
        <pc:spChg chg="add del mod">
          <ac:chgData name="Lina.Hammad" userId="34ac694d-4f26-42b1-9dae-635b039c0c5e" providerId="ADAL" clId="{ADB122A3-0729-41B8-9868-004753AF7469}" dt="2021-07-12T07:16:00.510" v="112" actId="21"/>
          <ac:spMkLst>
            <pc:docMk/>
            <pc:sldMk cId="3812479118" sldId="412"/>
            <ac:spMk id="4" creationId="{00000000-0000-0000-0000-000000000000}"/>
          </ac:spMkLst>
        </pc:spChg>
      </pc:sldChg>
      <pc:sldChg chg="modSp add mod">
        <pc:chgData name="Lina.Hammad" userId="34ac694d-4f26-42b1-9dae-635b039c0c5e" providerId="ADAL" clId="{ADB122A3-0729-41B8-9868-004753AF7469}" dt="2021-07-12T07:18:42.165" v="181" actId="20577"/>
        <pc:sldMkLst>
          <pc:docMk/>
          <pc:sldMk cId="2547857488" sldId="413"/>
        </pc:sldMkLst>
        <pc:spChg chg="mod">
          <ac:chgData name="Lina.Hammad" userId="34ac694d-4f26-42b1-9dae-635b039c0c5e" providerId="ADAL" clId="{ADB122A3-0729-41B8-9868-004753AF7469}" dt="2021-07-12T07:18:26.823" v="166" actId="20577"/>
          <ac:spMkLst>
            <pc:docMk/>
            <pc:sldMk cId="2547857488" sldId="413"/>
            <ac:spMk id="4" creationId="{00000000-0000-0000-0000-000000000000}"/>
          </ac:spMkLst>
        </pc:spChg>
        <pc:graphicFrameChg chg="mod">
          <ac:chgData name="Lina.Hammad" userId="34ac694d-4f26-42b1-9dae-635b039c0c5e" providerId="ADAL" clId="{ADB122A3-0729-41B8-9868-004753AF7469}" dt="2021-07-12T07:18:42.165" v="181" actId="20577"/>
          <ac:graphicFrameMkLst>
            <pc:docMk/>
            <pc:sldMk cId="2547857488" sldId="413"/>
            <ac:graphicFrameMk id="3" creationId="{00000000-0000-0000-0000-000000000000}"/>
          </ac:graphicFrameMkLst>
        </pc:graphicFrameChg>
      </pc:sldChg>
      <pc:sldChg chg="modSp add mod">
        <pc:chgData name="Lina.Hammad" userId="34ac694d-4f26-42b1-9dae-635b039c0c5e" providerId="ADAL" clId="{ADB122A3-0729-41B8-9868-004753AF7469}" dt="2021-07-12T07:21:28.882" v="370"/>
        <pc:sldMkLst>
          <pc:docMk/>
          <pc:sldMk cId="1556619404" sldId="414"/>
        </pc:sldMkLst>
        <pc:spChg chg="mod">
          <ac:chgData name="Lina.Hammad" userId="34ac694d-4f26-42b1-9dae-635b039c0c5e" providerId="ADAL" clId="{ADB122A3-0729-41B8-9868-004753AF7469}" dt="2021-07-12T07:21:08.459" v="368" actId="207"/>
          <ac:spMkLst>
            <pc:docMk/>
            <pc:sldMk cId="1556619404" sldId="414"/>
            <ac:spMk id="4" creationId="{00000000-0000-0000-0000-000000000000}"/>
          </ac:spMkLst>
        </pc:spChg>
        <pc:graphicFrameChg chg="mod">
          <ac:chgData name="Lina.Hammad" userId="34ac694d-4f26-42b1-9dae-635b039c0c5e" providerId="ADAL" clId="{ADB122A3-0729-41B8-9868-004753AF7469}" dt="2021-07-12T07:21:28.882" v="370"/>
          <ac:graphicFrameMkLst>
            <pc:docMk/>
            <pc:sldMk cId="1556619404" sldId="414"/>
            <ac:graphicFrameMk id="3" creationId="{00000000-0000-0000-0000-000000000000}"/>
          </ac:graphicFrameMkLst>
        </pc:graphicFrameChg>
      </pc:sldChg>
      <pc:sldChg chg="addSp delSp modSp add mod">
        <pc:chgData name="Lina.Hammad" userId="34ac694d-4f26-42b1-9dae-635b039c0c5e" providerId="ADAL" clId="{ADB122A3-0729-41B8-9868-004753AF7469}" dt="2021-07-12T08:07:47.433" v="916" actId="21"/>
        <pc:sldMkLst>
          <pc:docMk/>
          <pc:sldMk cId="772721448" sldId="415"/>
        </pc:sldMkLst>
        <pc:spChg chg="add del mod">
          <ac:chgData name="Lina.Hammad" userId="34ac694d-4f26-42b1-9dae-635b039c0c5e" providerId="ADAL" clId="{ADB122A3-0729-41B8-9868-004753AF7469}" dt="2021-07-12T08:07:47.433" v="916" actId="21"/>
          <ac:spMkLst>
            <pc:docMk/>
            <pc:sldMk cId="772721448" sldId="415"/>
            <ac:spMk id="4" creationId="{00000000-0000-0000-0000-000000000000}"/>
          </ac:spMkLst>
        </pc:spChg>
        <pc:spChg chg="add mod">
          <ac:chgData name="Lina.Hammad" userId="34ac694d-4f26-42b1-9dae-635b039c0c5e" providerId="ADAL" clId="{ADB122A3-0729-41B8-9868-004753AF7469}" dt="2021-07-12T07:23:57.109" v="486" actId="1036"/>
          <ac:spMkLst>
            <pc:docMk/>
            <pc:sldMk cId="772721448" sldId="415"/>
            <ac:spMk id="5" creationId="{8113BEEC-F461-4E65-A0B1-CA73F39D8CC1}"/>
          </ac:spMkLst>
        </pc:spChg>
        <pc:picChg chg="add mod">
          <ac:chgData name="Lina.Hammad" userId="34ac694d-4f26-42b1-9dae-635b039c0c5e" providerId="ADAL" clId="{ADB122A3-0729-41B8-9868-004753AF7469}" dt="2021-07-12T07:23:41.337" v="482" actId="1076"/>
          <ac:picMkLst>
            <pc:docMk/>
            <pc:sldMk cId="772721448" sldId="415"/>
            <ac:picMk id="6" creationId="{4119B6B5-AD9F-473E-8CF5-B68F86FA1905}"/>
          </ac:picMkLst>
        </pc:picChg>
      </pc:sldChg>
      <pc:sldChg chg="modSp add mod">
        <pc:chgData name="Lina.Hammad" userId="34ac694d-4f26-42b1-9dae-635b039c0c5e" providerId="ADAL" clId="{ADB122A3-0729-41B8-9868-004753AF7469}" dt="2021-07-12T07:24:08.908" v="497" actId="20577"/>
        <pc:sldMkLst>
          <pc:docMk/>
          <pc:sldMk cId="2795334398" sldId="416"/>
        </pc:sldMkLst>
        <pc:spChg chg="mod">
          <ac:chgData name="Lina.Hammad" userId="34ac694d-4f26-42b1-9dae-635b039c0c5e" providerId="ADAL" clId="{ADB122A3-0729-41B8-9868-004753AF7469}" dt="2021-07-12T07:24:08.908" v="497" actId="20577"/>
          <ac:spMkLst>
            <pc:docMk/>
            <pc:sldMk cId="2795334398" sldId="416"/>
            <ac:spMk id="3" creationId="{00000000-0000-0000-0000-000000000000}"/>
          </ac:spMkLst>
        </pc:spChg>
      </pc:sldChg>
      <pc:sldChg chg="addSp delSp modSp add mod ord">
        <pc:chgData name="Lina.Hammad" userId="34ac694d-4f26-42b1-9dae-635b039c0c5e" providerId="ADAL" clId="{ADB122A3-0729-41B8-9868-004753AF7469}" dt="2021-07-12T08:22:24.746" v="945"/>
        <pc:sldMkLst>
          <pc:docMk/>
          <pc:sldMk cId="4221157720" sldId="417"/>
        </pc:sldMkLst>
        <pc:spChg chg="mod">
          <ac:chgData name="Lina.Hammad" userId="34ac694d-4f26-42b1-9dae-635b039c0c5e" providerId="ADAL" clId="{ADB122A3-0729-41B8-9868-004753AF7469}" dt="2021-07-12T08:10:33.697" v="930" actId="1076"/>
          <ac:spMkLst>
            <pc:docMk/>
            <pc:sldMk cId="4221157720" sldId="417"/>
            <ac:spMk id="4" creationId="{00000000-0000-0000-0000-000000000000}"/>
          </ac:spMkLst>
        </pc:spChg>
        <pc:spChg chg="add del mod">
          <ac:chgData name="Lina.Hammad" userId="34ac694d-4f26-42b1-9dae-635b039c0c5e" providerId="ADAL" clId="{ADB122A3-0729-41B8-9868-004753AF7469}" dt="2021-07-12T08:08:08.737" v="920"/>
          <ac:spMkLst>
            <pc:docMk/>
            <pc:sldMk cId="4221157720" sldId="417"/>
            <ac:spMk id="5" creationId="{135C6247-6358-4A44-9C93-229DFBA85434}"/>
          </ac:spMkLst>
        </pc:spChg>
        <pc:graphicFrameChg chg="mod">
          <ac:chgData name="Lina.Hammad" userId="34ac694d-4f26-42b1-9dae-635b039c0c5e" providerId="ADAL" clId="{ADB122A3-0729-41B8-9868-004753AF7469}" dt="2021-07-12T08:22:24.746" v="945"/>
          <ac:graphicFrameMkLst>
            <pc:docMk/>
            <pc:sldMk cId="4221157720" sldId="417"/>
            <ac:graphicFrameMk id="3" creationId="{00000000-0000-0000-0000-000000000000}"/>
          </ac:graphicFrameMkLst>
        </pc:graphicFrameChg>
      </pc:sldChg>
      <pc:sldChg chg="add del">
        <pc:chgData name="Lina.Hammad" userId="34ac694d-4f26-42b1-9dae-635b039c0c5e" providerId="ADAL" clId="{ADB122A3-0729-41B8-9868-004753AF7469}" dt="2021-07-12T07:41:36.197" v="664"/>
        <pc:sldMkLst>
          <pc:docMk/>
          <pc:sldMk cId="1776778705" sldId="418"/>
        </pc:sldMkLst>
      </pc:sldChg>
      <pc:sldChg chg="add del">
        <pc:chgData name="Lina.Hammad" userId="34ac694d-4f26-42b1-9dae-635b039c0c5e" providerId="ADAL" clId="{ADB122A3-0729-41B8-9868-004753AF7469}" dt="2021-07-12T07:41:31.472" v="661"/>
        <pc:sldMkLst>
          <pc:docMk/>
          <pc:sldMk cId="1863767949" sldId="418"/>
        </pc:sldMkLst>
      </pc:sldChg>
      <pc:sldChg chg="addSp delSp modSp add del mod">
        <pc:chgData name="Lina.Hammad" userId="34ac694d-4f26-42b1-9dae-635b039c0c5e" providerId="ADAL" clId="{ADB122A3-0729-41B8-9868-004753AF7469}" dt="2021-07-12T08:08:04.794" v="918" actId="47"/>
        <pc:sldMkLst>
          <pc:docMk/>
          <pc:sldMk cId="1950321776" sldId="418"/>
        </pc:sldMkLst>
        <pc:spChg chg="del">
          <ac:chgData name="Lina.Hammad" userId="34ac694d-4f26-42b1-9dae-635b039c0c5e" providerId="ADAL" clId="{ADB122A3-0729-41B8-9868-004753AF7469}" dt="2021-07-12T07:41:45.998" v="667" actId="478"/>
          <ac:spMkLst>
            <pc:docMk/>
            <pc:sldMk cId="1950321776" sldId="418"/>
            <ac:spMk id="4" creationId="{00000000-0000-0000-0000-000000000000}"/>
          </ac:spMkLst>
        </pc:spChg>
        <pc:grpChg chg="del">
          <ac:chgData name="Lina.Hammad" userId="34ac694d-4f26-42b1-9dae-635b039c0c5e" providerId="ADAL" clId="{ADB122A3-0729-41B8-9868-004753AF7469}" dt="2021-07-12T07:41:47.402" v="668" actId="478"/>
          <ac:grpSpMkLst>
            <pc:docMk/>
            <pc:sldMk cId="1950321776" sldId="418"/>
            <ac:grpSpMk id="5" creationId="{4D3957F0-E730-4307-9025-30A1FFB1E7C9}"/>
          </ac:grpSpMkLst>
        </pc:grpChg>
        <pc:picChg chg="add mod">
          <ac:chgData name="Lina.Hammad" userId="34ac694d-4f26-42b1-9dae-635b039c0c5e" providerId="ADAL" clId="{ADB122A3-0729-41B8-9868-004753AF7469}" dt="2021-07-12T07:41:55.104" v="670" actId="1076"/>
          <ac:picMkLst>
            <pc:docMk/>
            <pc:sldMk cId="1950321776" sldId="418"/>
            <ac:picMk id="24" creationId="{FCEEBC2C-0E47-4CB5-BB3A-B3449C079524}"/>
          </ac:picMkLst>
        </pc:picChg>
      </pc:sldChg>
      <pc:sldChg chg="modSp add mod">
        <pc:chgData name="Lina.Hammad" userId="34ac694d-4f26-42b1-9dae-635b039c0c5e" providerId="ADAL" clId="{ADB122A3-0729-41B8-9868-004753AF7469}" dt="2021-07-12T07:43:56.269" v="690" actId="113"/>
        <pc:sldMkLst>
          <pc:docMk/>
          <pc:sldMk cId="3709746660" sldId="419"/>
        </pc:sldMkLst>
        <pc:spChg chg="mod">
          <ac:chgData name="Lina.Hammad" userId="34ac694d-4f26-42b1-9dae-635b039c0c5e" providerId="ADAL" clId="{ADB122A3-0729-41B8-9868-004753AF7469}" dt="2021-07-12T07:43:48.201" v="688"/>
          <ac:spMkLst>
            <pc:docMk/>
            <pc:sldMk cId="3709746660" sldId="419"/>
            <ac:spMk id="4" creationId="{00000000-0000-0000-0000-000000000000}"/>
          </ac:spMkLst>
        </pc:spChg>
        <pc:graphicFrameChg chg="mod">
          <ac:chgData name="Lina.Hammad" userId="34ac694d-4f26-42b1-9dae-635b039c0c5e" providerId="ADAL" clId="{ADB122A3-0729-41B8-9868-004753AF7469}" dt="2021-07-12T07:43:56.269" v="690" actId="113"/>
          <ac:graphicFrameMkLst>
            <pc:docMk/>
            <pc:sldMk cId="3709746660" sldId="419"/>
            <ac:graphicFrameMk id="3" creationId="{00000000-0000-0000-0000-000000000000}"/>
          </ac:graphicFrameMkLst>
        </pc:graphicFrameChg>
      </pc:sldChg>
      <pc:sldChg chg="modSp add mod">
        <pc:chgData name="Lina.Hammad" userId="34ac694d-4f26-42b1-9dae-635b039c0c5e" providerId="ADAL" clId="{ADB122A3-0729-41B8-9868-004753AF7469}" dt="2021-07-12T07:44:54.947" v="705" actId="255"/>
        <pc:sldMkLst>
          <pc:docMk/>
          <pc:sldMk cId="1344785821" sldId="420"/>
        </pc:sldMkLst>
        <pc:spChg chg="mod">
          <ac:chgData name="Lina.Hammad" userId="34ac694d-4f26-42b1-9dae-635b039c0c5e" providerId="ADAL" clId="{ADB122A3-0729-41B8-9868-004753AF7469}" dt="2021-07-12T07:44:54.947" v="705" actId="255"/>
          <ac:spMkLst>
            <pc:docMk/>
            <pc:sldMk cId="1344785821" sldId="420"/>
            <ac:spMk id="4" creationId="{00000000-0000-0000-0000-000000000000}"/>
          </ac:spMkLst>
        </pc:spChg>
        <pc:graphicFrameChg chg="mod">
          <ac:chgData name="Lina.Hammad" userId="34ac694d-4f26-42b1-9dae-635b039c0c5e" providerId="ADAL" clId="{ADB122A3-0729-41B8-9868-004753AF7469}" dt="2021-07-12T07:43:59.422" v="691" actId="113"/>
          <ac:graphicFrameMkLst>
            <pc:docMk/>
            <pc:sldMk cId="1344785821" sldId="420"/>
            <ac:graphicFrameMk id="3" creationId="{00000000-0000-0000-0000-000000000000}"/>
          </ac:graphicFrameMkLst>
        </pc:graphicFrameChg>
      </pc:sldChg>
      <pc:sldChg chg="modSp add mod">
        <pc:chgData name="Lina.Hammad" userId="34ac694d-4f26-42b1-9dae-635b039c0c5e" providerId="ADAL" clId="{ADB122A3-0729-41B8-9868-004753AF7469}" dt="2021-07-12T07:46:10.754" v="716"/>
        <pc:sldMkLst>
          <pc:docMk/>
          <pc:sldMk cId="1138609229" sldId="421"/>
        </pc:sldMkLst>
        <pc:spChg chg="mod">
          <ac:chgData name="Lina.Hammad" userId="34ac694d-4f26-42b1-9dae-635b039c0c5e" providerId="ADAL" clId="{ADB122A3-0729-41B8-9868-004753AF7469}" dt="2021-07-12T07:46:10.754" v="716"/>
          <ac:spMkLst>
            <pc:docMk/>
            <pc:sldMk cId="1138609229" sldId="421"/>
            <ac:spMk id="4" creationId="{00000000-0000-0000-0000-000000000000}"/>
          </ac:spMkLst>
        </pc:spChg>
        <pc:graphicFrameChg chg="mod">
          <ac:chgData name="Lina.Hammad" userId="34ac694d-4f26-42b1-9dae-635b039c0c5e" providerId="ADAL" clId="{ADB122A3-0729-41B8-9868-004753AF7469}" dt="2021-07-12T07:45:35.042" v="707"/>
          <ac:graphicFrameMkLst>
            <pc:docMk/>
            <pc:sldMk cId="1138609229" sldId="421"/>
            <ac:graphicFrameMk id="3" creationId="{00000000-0000-0000-0000-000000000000}"/>
          </ac:graphicFrameMkLst>
        </pc:graphicFrameChg>
      </pc:sldChg>
      <pc:sldChg chg="addSp delSp modSp add mod modAnim">
        <pc:chgData name="Lina.Hammad" userId="34ac694d-4f26-42b1-9dae-635b039c0c5e" providerId="ADAL" clId="{ADB122A3-0729-41B8-9868-004753AF7469}" dt="2021-07-12T08:01:44.431" v="754"/>
        <pc:sldMkLst>
          <pc:docMk/>
          <pc:sldMk cId="4259062323" sldId="422"/>
        </pc:sldMkLst>
        <pc:spChg chg="mod">
          <ac:chgData name="Lina.Hammad" userId="34ac694d-4f26-42b1-9dae-635b039c0c5e" providerId="ADAL" clId="{ADB122A3-0729-41B8-9868-004753AF7469}" dt="2021-07-12T08:01:25.045" v="752" actId="113"/>
          <ac:spMkLst>
            <pc:docMk/>
            <pc:sldMk cId="4259062323" sldId="422"/>
            <ac:spMk id="4" creationId="{00000000-0000-0000-0000-000000000000}"/>
          </ac:spMkLst>
        </pc:spChg>
        <pc:spChg chg="add del mod">
          <ac:chgData name="Lina.Hammad" userId="34ac694d-4f26-42b1-9dae-635b039c0c5e" providerId="ADAL" clId="{ADB122A3-0729-41B8-9868-004753AF7469}" dt="2021-07-12T08:01:44.431" v="754"/>
          <ac:spMkLst>
            <pc:docMk/>
            <pc:sldMk cId="4259062323" sldId="422"/>
            <ac:spMk id="5" creationId="{E7E91063-C7FE-4681-910E-C021CF6FCBF7}"/>
          </ac:spMkLst>
        </pc:spChg>
        <pc:spChg chg="add del mod">
          <ac:chgData name="Lina.Hammad" userId="34ac694d-4f26-42b1-9dae-635b039c0c5e" providerId="ADAL" clId="{ADB122A3-0729-41B8-9868-004753AF7469}" dt="2021-07-12T08:01:44.431" v="754"/>
          <ac:spMkLst>
            <pc:docMk/>
            <pc:sldMk cId="4259062323" sldId="422"/>
            <ac:spMk id="6" creationId="{74174918-2469-4D4A-BA85-79AA470F8DF9}"/>
          </ac:spMkLst>
        </pc:spChg>
        <pc:spChg chg="mod">
          <ac:chgData name="Lina.Hammad" userId="34ac694d-4f26-42b1-9dae-635b039c0c5e" providerId="ADAL" clId="{ADB122A3-0729-41B8-9868-004753AF7469}" dt="2021-07-12T08:01:43.077" v="753"/>
          <ac:spMkLst>
            <pc:docMk/>
            <pc:sldMk cId="4259062323" sldId="422"/>
            <ac:spMk id="8" creationId="{1503B450-101F-4927-9B6A-731EAC46E355}"/>
          </ac:spMkLst>
        </pc:spChg>
        <pc:spChg chg="mod">
          <ac:chgData name="Lina.Hammad" userId="34ac694d-4f26-42b1-9dae-635b039c0c5e" providerId="ADAL" clId="{ADB122A3-0729-41B8-9868-004753AF7469}" dt="2021-07-12T08:01:43.077" v="753"/>
          <ac:spMkLst>
            <pc:docMk/>
            <pc:sldMk cId="4259062323" sldId="422"/>
            <ac:spMk id="9" creationId="{9FFCEEEC-D061-4070-8FE1-F5895C833262}"/>
          </ac:spMkLst>
        </pc:spChg>
        <pc:spChg chg="mod">
          <ac:chgData name="Lina.Hammad" userId="34ac694d-4f26-42b1-9dae-635b039c0c5e" providerId="ADAL" clId="{ADB122A3-0729-41B8-9868-004753AF7469}" dt="2021-07-12T08:01:43.077" v="753"/>
          <ac:spMkLst>
            <pc:docMk/>
            <pc:sldMk cId="4259062323" sldId="422"/>
            <ac:spMk id="10" creationId="{1CC65B86-87AA-4047-BAC5-922991220913}"/>
          </ac:spMkLst>
        </pc:spChg>
        <pc:spChg chg="mod">
          <ac:chgData name="Lina.Hammad" userId="34ac694d-4f26-42b1-9dae-635b039c0c5e" providerId="ADAL" clId="{ADB122A3-0729-41B8-9868-004753AF7469}" dt="2021-07-12T08:01:43.077" v="753"/>
          <ac:spMkLst>
            <pc:docMk/>
            <pc:sldMk cId="4259062323" sldId="422"/>
            <ac:spMk id="11" creationId="{D67F0F56-B03C-4F37-9729-DF6926A91DC7}"/>
          </ac:spMkLst>
        </pc:spChg>
        <pc:spChg chg="mod">
          <ac:chgData name="Lina.Hammad" userId="34ac694d-4f26-42b1-9dae-635b039c0c5e" providerId="ADAL" clId="{ADB122A3-0729-41B8-9868-004753AF7469}" dt="2021-07-12T08:01:43.077" v="753"/>
          <ac:spMkLst>
            <pc:docMk/>
            <pc:sldMk cId="4259062323" sldId="422"/>
            <ac:spMk id="12" creationId="{24115DDE-DA78-4E5F-A614-9D5CFA1F83E0}"/>
          </ac:spMkLst>
        </pc:spChg>
        <pc:spChg chg="mod">
          <ac:chgData name="Lina.Hammad" userId="34ac694d-4f26-42b1-9dae-635b039c0c5e" providerId="ADAL" clId="{ADB122A3-0729-41B8-9868-004753AF7469}" dt="2021-07-12T08:01:43.077" v="753"/>
          <ac:spMkLst>
            <pc:docMk/>
            <pc:sldMk cId="4259062323" sldId="422"/>
            <ac:spMk id="13" creationId="{D4924B94-C06A-4747-ACC1-4D80E4BB4AF2}"/>
          </ac:spMkLst>
        </pc:spChg>
        <pc:spChg chg="mod">
          <ac:chgData name="Lina.Hammad" userId="34ac694d-4f26-42b1-9dae-635b039c0c5e" providerId="ADAL" clId="{ADB122A3-0729-41B8-9868-004753AF7469}" dt="2021-07-12T08:01:43.077" v="753"/>
          <ac:spMkLst>
            <pc:docMk/>
            <pc:sldMk cId="4259062323" sldId="422"/>
            <ac:spMk id="14" creationId="{48CA2D25-819B-4D4D-B108-4061414B0147}"/>
          </ac:spMkLst>
        </pc:spChg>
        <pc:spChg chg="mod">
          <ac:chgData name="Lina.Hammad" userId="34ac694d-4f26-42b1-9dae-635b039c0c5e" providerId="ADAL" clId="{ADB122A3-0729-41B8-9868-004753AF7469}" dt="2021-07-12T08:01:43.077" v="753"/>
          <ac:spMkLst>
            <pc:docMk/>
            <pc:sldMk cId="4259062323" sldId="422"/>
            <ac:spMk id="15" creationId="{A4D06928-E8C3-4D56-95F6-BF1242652FE9}"/>
          </ac:spMkLst>
        </pc:spChg>
        <pc:spChg chg="mod">
          <ac:chgData name="Lina.Hammad" userId="34ac694d-4f26-42b1-9dae-635b039c0c5e" providerId="ADAL" clId="{ADB122A3-0729-41B8-9868-004753AF7469}" dt="2021-07-12T08:01:43.077" v="753"/>
          <ac:spMkLst>
            <pc:docMk/>
            <pc:sldMk cId="4259062323" sldId="422"/>
            <ac:spMk id="16" creationId="{F5A3C0D8-C304-4E86-931D-0CE2B95B295D}"/>
          </ac:spMkLst>
        </pc:spChg>
        <pc:spChg chg="mod">
          <ac:chgData name="Lina.Hammad" userId="34ac694d-4f26-42b1-9dae-635b039c0c5e" providerId="ADAL" clId="{ADB122A3-0729-41B8-9868-004753AF7469}" dt="2021-07-12T08:01:43.077" v="753"/>
          <ac:spMkLst>
            <pc:docMk/>
            <pc:sldMk cId="4259062323" sldId="422"/>
            <ac:spMk id="18" creationId="{D2867C73-BB60-451A-955F-86F883279A8A}"/>
          </ac:spMkLst>
        </pc:spChg>
        <pc:spChg chg="mod">
          <ac:chgData name="Lina.Hammad" userId="34ac694d-4f26-42b1-9dae-635b039c0c5e" providerId="ADAL" clId="{ADB122A3-0729-41B8-9868-004753AF7469}" dt="2021-07-12T08:01:43.077" v="753"/>
          <ac:spMkLst>
            <pc:docMk/>
            <pc:sldMk cId="4259062323" sldId="422"/>
            <ac:spMk id="19" creationId="{665285D4-9A47-4853-BD58-072CFD01738E}"/>
          </ac:spMkLst>
        </pc:spChg>
        <pc:spChg chg="mod">
          <ac:chgData name="Lina.Hammad" userId="34ac694d-4f26-42b1-9dae-635b039c0c5e" providerId="ADAL" clId="{ADB122A3-0729-41B8-9868-004753AF7469}" dt="2021-07-12T08:01:43.077" v="753"/>
          <ac:spMkLst>
            <pc:docMk/>
            <pc:sldMk cId="4259062323" sldId="422"/>
            <ac:spMk id="20" creationId="{A751E8AF-90C1-4578-9AC5-E93A398F65A2}"/>
          </ac:spMkLst>
        </pc:spChg>
        <pc:spChg chg="mod">
          <ac:chgData name="Lina.Hammad" userId="34ac694d-4f26-42b1-9dae-635b039c0c5e" providerId="ADAL" clId="{ADB122A3-0729-41B8-9868-004753AF7469}" dt="2021-07-12T08:01:43.077" v="753"/>
          <ac:spMkLst>
            <pc:docMk/>
            <pc:sldMk cId="4259062323" sldId="422"/>
            <ac:spMk id="21" creationId="{A7AE925A-6DAE-4575-9DD2-38A5BDE24667}"/>
          </ac:spMkLst>
        </pc:spChg>
        <pc:spChg chg="mod">
          <ac:chgData name="Lina.Hammad" userId="34ac694d-4f26-42b1-9dae-635b039c0c5e" providerId="ADAL" clId="{ADB122A3-0729-41B8-9868-004753AF7469}" dt="2021-07-12T08:01:43.077" v="753"/>
          <ac:spMkLst>
            <pc:docMk/>
            <pc:sldMk cId="4259062323" sldId="422"/>
            <ac:spMk id="23" creationId="{A3704295-B69F-4B38-A77A-48BD1D04F973}"/>
          </ac:spMkLst>
        </pc:spChg>
        <pc:spChg chg="mod">
          <ac:chgData name="Lina.Hammad" userId="34ac694d-4f26-42b1-9dae-635b039c0c5e" providerId="ADAL" clId="{ADB122A3-0729-41B8-9868-004753AF7469}" dt="2021-07-12T08:01:43.077" v="753"/>
          <ac:spMkLst>
            <pc:docMk/>
            <pc:sldMk cId="4259062323" sldId="422"/>
            <ac:spMk id="24" creationId="{477D35E8-53C2-439E-9B31-BBE9C5994616}"/>
          </ac:spMkLst>
        </pc:spChg>
        <pc:spChg chg="add del mod">
          <ac:chgData name="Lina.Hammad" userId="34ac694d-4f26-42b1-9dae-635b039c0c5e" providerId="ADAL" clId="{ADB122A3-0729-41B8-9868-004753AF7469}" dt="2021-07-12T08:01:44.431" v="754"/>
          <ac:spMkLst>
            <pc:docMk/>
            <pc:sldMk cId="4259062323" sldId="422"/>
            <ac:spMk id="25" creationId="{F4F2CB01-9C9B-479F-850A-1C53184F6F9A}"/>
          </ac:spMkLst>
        </pc:spChg>
        <pc:spChg chg="add del mod">
          <ac:chgData name="Lina.Hammad" userId="34ac694d-4f26-42b1-9dae-635b039c0c5e" providerId="ADAL" clId="{ADB122A3-0729-41B8-9868-004753AF7469}" dt="2021-07-12T08:01:44.431" v="754"/>
          <ac:spMkLst>
            <pc:docMk/>
            <pc:sldMk cId="4259062323" sldId="422"/>
            <ac:spMk id="26" creationId="{7008F9F8-0E4B-4CF8-8B18-C8CDC2E174A4}"/>
          </ac:spMkLst>
        </pc:spChg>
        <pc:spChg chg="add del mod">
          <ac:chgData name="Lina.Hammad" userId="34ac694d-4f26-42b1-9dae-635b039c0c5e" providerId="ADAL" clId="{ADB122A3-0729-41B8-9868-004753AF7469}" dt="2021-07-12T08:01:44.431" v="754"/>
          <ac:spMkLst>
            <pc:docMk/>
            <pc:sldMk cId="4259062323" sldId="422"/>
            <ac:spMk id="27" creationId="{F3C0DE35-703B-4188-AC9A-5A33A0B6C24C}"/>
          </ac:spMkLst>
        </pc:spChg>
        <pc:spChg chg="add del mod">
          <ac:chgData name="Lina.Hammad" userId="34ac694d-4f26-42b1-9dae-635b039c0c5e" providerId="ADAL" clId="{ADB122A3-0729-41B8-9868-004753AF7469}" dt="2021-07-12T08:01:44.431" v="754"/>
          <ac:spMkLst>
            <pc:docMk/>
            <pc:sldMk cId="4259062323" sldId="422"/>
            <ac:spMk id="28" creationId="{2ABCF159-7E7A-4641-A6F3-E74E59223D35}"/>
          </ac:spMkLst>
        </pc:spChg>
        <pc:grpChg chg="add del mod">
          <ac:chgData name="Lina.Hammad" userId="34ac694d-4f26-42b1-9dae-635b039c0c5e" providerId="ADAL" clId="{ADB122A3-0729-41B8-9868-004753AF7469}" dt="2021-07-12T08:01:44.431" v="754"/>
          <ac:grpSpMkLst>
            <pc:docMk/>
            <pc:sldMk cId="4259062323" sldId="422"/>
            <ac:grpSpMk id="7" creationId="{A81A3FC2-1016-4B03-839B-AF01A2F50416}"/>
          </ac:grpSpMkLst>
        </pc:grpChg>
        <pc:grpChg chg="add del mod">
          <ac:chgData name="Lina.Hammad" userId="34ac694d-4f26-42b1-9dae-635b039c0c5e" providerId="ADAL" clId="{ADB122A3-0729-41B8-9868-004753AF7469}" dt="2021-07-12T08:01:44.431" v="754"/>
          <ac:grpSpMkLst>
            <pc:docMk/>
            <pc:sldMk cId="4259062323" sldId="422"/>
            <ac:grpSpMk id="17" creationId="{CB66ED41-3AB4-4BE2-AD92-58A3503B9B42}"/>
          </ac:grpSpMkLst>
        </pc:grpChg>
        <pc:grpChg chg="add del mod">
          <ac:chgData name="Lina.Hammad" userId="34ac694d-4f26-42b1-9dae-635b039c0c5e" providerId="ADAL" clId="{ADB122A3-0729-41B8-9868-004753AF7469}" dt="2021-07-12T08:01:44.431" v="754"/>
          <ac:grpSpMkLst>
            <pc:docMk/>
            <pc:sldMk cId="4259062323" sldId="422"/>
            <ac:grpSpMk id="22" creationId="{EA444E6A-7ED1-4DC2-A00D-B6CD8CA25C93}"/>
          </ac:grpSpMkLst>
        </pc:grpChg>
        <pc:graphicFrameChg chg="mod">
          <ac:chgData name="Lina.Hammad" userId="34ac694d-4f26-42b1-9dae-635b039c0c5e" providerId="ADAL" clId="{ADB122A3-0729-41B8-9868-004753AF7469}" dt="2021-07-12T07:59:39.043" v="750" actId="20577"/>
          <ac:graphicFrameMkLst>
            <pc:docMk/>
            <pc:sldMk cId="4259062323" sldId="422"/>
            <ac:graphicFrameMk id="3" creationId="{00000000-0000-0000-0000-000000000000}"/>
          </ac:graphicFrameMkLst>
        </pc:graphicFrameChg>
      </pc:sldChg>
      <pc:sldChg chg="addSp delSp modSp add mod ord delAnim modAnim">
        <pc:chgData name="Lina.Hammad" userId="34ac694d-4f26-42b1-9dae-635b039c0c5e" providerId="ADAL" clId="{ADB122A3-0729-41B8-9868-004753AF7469}" dt="2021-07-12T08:08:15.253" v="925"/>
        <pc:sldMkLst>
          <pc:docMk/>
          <pc:sldMk cId="3617384465" sldId="423"/>
        </pc:sldMkLst>
        <pc:spChg chg="del mod">
          <ac:chgData name="Lina.Hammad" userId="34ac694d-4f26-42b1-9dae-635b039c0c5e" providerId="ADAL" clId="{ADB122A3-0729-41B8-9868-004753AF7469}" dt="2021-07-12T08:05:59.877" v="877"/>
          <ac:spMkLst>
            <pc:docMk/>
            <pc:sldMk cId="3617384465" sldId="423"/>
            <ac:spMk id="4" creationId="{00000000-0000-0000-0000-000000000000}"/>
          </ac:spMkLst>
        </pc:spChg>
        <pc:spChg chg="add del mod">
          <ac:chgData name="Lina.Hammad" userId="34ac694d-4f26-42b1-9dae-635b039c0c5e" providerId="ADAL" clId="{ADB122A3-0729-41B8-9868-004753AF7469}" dt="2021-07-12T08:04:47.870" v="818" actId="478"/>
          <ac:spMkLst>
            <pc:docMk/>
            <pc:sldMk cId="3617384465" sldId="423"/>
            <ac:spMk id="5" creationId="{58DC66B8-18F1-4BCD-AA58-BD436106DB12}"/>
          </ac:spMkLst>
        </pc:spChg>
        <pc:spChg chg="add del mod">
          <ac:chgData name="Lina.Hammad" userId="34ac694d-4f26-42b1-9dae-635b039c0c5e" providerId="ADAL" clId="{ADB122A3-0729-41B8-9868-004753AF7469}" dt="2021-07-12T08:02:01.268" v="759" actId="478"/>
          <ac:spMkLst>
            <pc:docMk/>
            <pc:sldMk cId="3617384465" sldId="423"/>
            <ac:spMk id="6" creationId="{AF7A6D5D-714F-4E2A-A801-DAF731479551}"/>
          </ac:spMkLst>
        </pc:spChg>
        <pc:spChg chg="mod">
          <ac:chgData name="Lina.Hammad" userId="34ac694d-4f26-42b1-9dae-635b039c0c5e" providerId="ADAL" clId="{ADB122A3-0729-41B8-9868-004753AF7469}" dt="2021-07-12T08:06:56.741" v="887" actId="2711"/>
          <ac:spMkLst>
            <pc:docMk/>
            <pc:sldMk cId="3617384465" sldId="423"/>
            <ac:spMk id="8" creationId="{E89784FF-F11D-41AC-BAE8-54F5906CB46C}"/>
          </ac:spMkLst>
        </pc:spChg>
        <pc:spChg chg="mod">
          <ac:chgData name="Lina.Hammad" userId="34ac694d-4f26-42b1-9dae-635b039c0c5e" providerId="ADAL" clId="{ADB122A3-0729-41B8-9868-004753AF7469}" dt="2021-07-12T08:06:52.296" v="886" actId="2711"/>
          <ac:spMkLst>
            <pc:docMk/>
            <pc:sldMk cId="3617384465" sldId="423"/>
            <ac:spMk id="9" creationId="{522231D3-8930-4FC6-89B5-2EEB5A2B69BA}"/>
          </ac:spMkLst>
        </pc:spChg>
        <pc:spChg chg="mod">
          <ac:chgData name="Lina.Hammad" userId="34ac694d-4f26-42b1-9dae-635b039c0c5e" providerId="ADAL" clId="{ADB122A3-0729-41B8-9868-004753AF7469}" dt="2021-07-12T08:06:36.922" v="882" actId="2711"/>
          <ac:spMkLst>
            <pc:docMk/>
            <pc:sldMk cId="3617384465" sldId="423"/>
            <ac:spMk id="10" creationId="{8E010589-01CF-400D-98F7-9D7CFB630922}"/>
          </ac:spMkLst>
        </pc:spChg>
        <pc:spChg chg="mod">
          <ac:chgData name="Lina.Hammad" userId="34ac694d-4f26-42b1-9dae-635b039c0c5e" providerId="ADAL" clId="{ADB122A3-0729-41B8-9868-004753AF7469}" dt="2021-07-12T08:06:48.499" v="885" actId="2711"/>
          <ac:spMkLst>
            <pc:docMk/>
            <pc:sldMk cId="3617384465" sldId="423"/>
            <ac:spMk id="11" creationId="{E296736E-4C1A-42D5-B774-E38131BEBF34}"/>
          </ac:spMkLst>
        </pc:spChg>
        <pc:spChg chg="mod">
          <ac:chgData name="Lina.Hammad" userId="34ac694d-4f26-42b1-9dae-635b039c0c5e" providerId="ADAL" clId="{ADB122A3-0729-41B8-9868-004753AF7469}" dt="2021-07-12T08:01:56.655" v="757" actId="1076"/>
          <ac:spMkLst>
            <pc:docMk/>
            <pc:sldMk cId="3617384465" sldId="423"/>
            <ac:spMk id="12" creationId="{170B230C-5019-444B-98DF-DD19223D44A8}"/>
          </ac:spMkLst>
        </pc:spChg>
        <pc:spChg chg="mod">
          <ac:chgData name="Lina.Hammad" userId="34ac694d-4f26-42b1-9dae-635b039c0c5e" providerId="ADAL" clId="{ADB122A3-0729-41B8-9868-004753AF7469}" dt="2021-07-12T08:06:41.228" v="883" actId="2711"/>
          <ac:spMkLst>
            <pc:docMk/>
            <pc:sldMk cId="3617384465" sldId="423"/>
            <ac:spMk id="13" creationId="{33A43655-CF23-4ED3-B199-CA94A34B76F0}"/>
          </ac:spMkLst>
        </pc:spChg>
        <pc:spChg chg="mod">
          <ac:chgData name="Lina.Hammad" userId="34ac694d-4f26-42b1-9dae-635b039c0c5e" providerId="ADAL" clId="{ADB122A3-0729-41B8-9868-004753AF7469}" dt="2021-07-12T08:01:56.655" v="757" actId="1076"/>
          <ac:spMkLst>
            <pc:docMk/>
            <pc:sldMk cId="3617384465" sldId="423"/>
            <ac:spMk id="14" creationId="{1CBBC967-7B88-4F21-A500-7538381FB4FF}"/>
          </ac:spMkLst>
        </pc:spChg>
        <pc:spChg chg="mod">
          <ac:chgData name="Lina.Hammad" userId="34ac694d-4f26-42b1-9dae-635b039c0c5e" providerId="ADAL" clId="{ADB122A3-0729-41B8-9868-004753AF7469}" dt="2021-07-12T08:06:45.244" v="884" actId="2711"/>
          <ac:spMkLst>
            <pc:docMk/>
            <pc:sldMk cId="3617384465" sldId="423"/>
            <ac:spMk id="15" creationId="{B371F60C-98B8-4181-9218-8A656E79664D}"/>
          </ac:spMkLst>
        </pc:spChg>
        <pc:spChg chg="mod">
          <ac:chgData name="Lina.Hammad" userId="34ac694d-4f26-42b1-9dae-635b039c0c5e" providerId="ADAL" clId="{ADB122A3-0729-41B8-9868-004753AF7469}" dt="2021-07-12T08:01:56.655" v="757" actId="1076"/>
          <ac:spMkLst>
            <pc:docMk/>
            <pc:sldMk cId="3617384465" sldId="423"/>
            <ac:spMk id="16" creationId="{DE3D9971-3BC3-462D-A598-DE54B0F7B83F}"/>
          </ac:spMkLst>
        </pc:spChg>
        <pc:spChg chg="mod">
          <ac:chgData name="Lina.Hammad" userId="34ac694d-4f26-42b1-9dae-635b039c0c5e" providerId="ADAL" clId="{ADB122A3-0729-41B8-9868-004753AF7469}" dt="2021-07-12T08:04:11.091" v="808" actId="14100"/>
          <ac:spMkLst>
            <pc:docMk/>
            <pc:sldMk cId="3617384465" sldId="423"/>
            <ac:spMk id="18" creationId="{3BD2C416-9242-4133-A7BB-F553B1ADAD49}"/>
          </ac:spMkLst>
        </pc:spChg>
        <pc:spChg chg="mod">
          <ac:chgData name="Lina.Hammad" userId="34ac694d-4f26-42b1-9dae-635b039c0c5e" providerId="ADAL" clId="{ADB122A3-0729-41B8-9868-004753AF7469}" dt="2021-07-12T08:06:32.868" v="881" actId="2711"/>
          <ac:spMkLst>
            <pc:docMk/>
            <pc:sldMk cId="3617384465" sldId="423"/>
            <ac:spMk id="19" creationId="{57648730-5A52-40F4-A63E-0ACFB209DEF9}"/>
          </ac:spMkLst>
        </pc:spChg>
        <pc:spChg chg="mod">
          <ac:chgData name="Lina.Hammad" userId="34ac694d-4f26-42b1-9dae-635b039c0c5e" providerId="ADAL" clId="{ADB122A3-0729-41B8-9868-004753AF7469}" dt="2021-07-12T08:01:56.655" v="757" actId="1076"/>
          <ac:spMkLst>
            <pc:docMk/>
            <pc:sldMk cId="3617384465" sldId="423"/>
            <ac:spMk id="20" creationId="{E1A08EED-8B0A-4823-9343-3666D8657C4A}"/>
          </ac:spMkLst>
        </pc:spChg>
        <pc:spChg chg="mod">
          <ac:chgData name="Lina.Hammad" userId="34ac694d-4f26-42b1-9dae-635b039c0c5e" providerId="ADAL" clId="{ADB122A3-0729-41B8-9868-004753AF7469}" dt="2021-07-12T08:04:04.592" v="807" actId="14100"/>
          <ac:spMkLst>
            <pc:docMk/>
            <pc:sldMk cId="3617384465" sldId="423"/>
            <ac:spMk id="21" creationId="{CFD8C407-D95E-4D63-B07C-6A21D2549DAD}"/>
          </ac:spMkLst>
        </pc:spChg>
        <pc:spChg chg="mod">
          <ac:chgData name="Lina.Hammad" userId="34ac694d-4f26-42b1-9dae-635b039c0c5e" providerId="ADAL" clId="{ADB122A3-0729-41B8-9868-004753AF7469}" dt="2021-07-12T08:06:28.836" v="880" actId="2711"/>
          <ac:spMkLst>
            <pc:docMk/>
            <pc:sldMk cId="3617384465" sldId="423"/>
            <ac:spMk id="23" creationId="{B01CA4F6-3821-4F2D-AB6C-1FC29E895B0A}"/>
          </ac:spMkLst>
        </pc:spChg>
        <pc:spChg chg="mod">
          <ac:chgData name="Lina.Hammad" userId="34ac694d-4f26-42b1-9dae-635b039c0c5e" providerId="ADAL" clId="{ADB122A3-0729-41B8-9868-004753AF7469}" dt="2021-07-12T08:01:56.655" v="757" actId="1076"/>
          <ac:spMkLst>
            <pc:docMk/>
            <pc:sldMk cId="3617384465" sldId="423"/>
            <ac:spMk id="24" creationId="{500F10F9-9FE0-4B8A-BFD6-9FCE697482A0}"/>
          </ac:spMkLst>
        </pc:spChg>
        <pc:spChg chg="add del mod">
          <ac:chgData name="Lina.Hammad" userId="34ac694d-4f26-42b1-9dae-635b039c0c5e" providerId="ADAL" clId="{ADB122A3-0729-41B8-9868-004753AF7469}" dt="2021-07-12T08:02:31.362" v="767"/>
          <ac:spMkLst>
            <pc:docMk/>
            <pc:sldMk cId="3617384465" sldId="423"/>
            <ac:spMk id="25" creationId="{5E550BDA-7772-4D35-A543-8D682DCBE168}"/>
          </ac:spMkLst>
        </pc:spChg>
        <pc:spChg chg="add del mod">
          <ac:chgData name="Lina.Hammad" userId="34ac694d-4f26-42b1-9dae-635b039c0c5e" providerId="ADAL" clId="{ADB122A3-0729-41B8-9868-004753AF7469}" dt="2021-07-12T08:02:59.688" v="785"/>
          <ac:spMkLst>
            <pc:docMk/>
            <pc:sldMk cId="3617384465" sldId="423"/>
            <ac:spMk id="26" creationId="{F1612EAE-B62A-496C-BB3A-70BD3CF86824}"/>
          </ac:spMkLst>
        </pc:spChg>
        <pc:spChg chg="add del mod">
          <ac:chgData name="Lina.Hammad" userId="34ac694d-4f26-42b1-9dae-635b039c0c5e" providerId="ADAL" clId="{ADB122A3-0729-41B8-9868-004753AF7469}" dt="2021-07-12T08:02:31.362" v="769"/>
          <ac:spMkLst>
            <pc:docMk/>
            <pc:sldMk cId="3617384465" sldId="423"/>
            <ac:spMk id="27" creationId="{2E7AC160-9687-416C-B90A-D1393E9A87C2}"/>
          </ac:spMkLst>
        </pc:spChg>
        <pc:spChg chg="add del mod">
          <ac:chgData name="Lina.Hammad" userId="34ac694d-4f26-42b1-9dae-635b039c0c5e" providerId="ADAL" clId="{ADB122A3-0729-41B8-9868-004753AF7469}" dt="2021-07-12T08:02:59.688" v="787"/>
          <ac:spMkLst>
            <pc:docMk/>
            <pc:sldMk cId="3617384465" sldId="423"/>
            <ac:spMk id="28" creationId="{D1DC3CE8-2F7F-4663-8AF1-4B164A15FE9A}"/>
          </ac:spMkLst>
        </pc:spChg>
        <pc:spChg chg="add mod">
          <ac:chgData name="Lina.Hammad" userId="34ac694d-4f26-42b1-9dae-635b039c0c5e" providerId="ADAL" clId="{ADB122A3-0729-41B8-9868-004753AF7469}" dt="2021-07-12T08:07:08.389" v="889" actId="1036"/>
          <ac:spMkLst>
            <pc:docMk/>
            <pc:sldMk cId="3617384465" sldId="423"/>
            <ac:spMk id="29" creationId="{AA0E4894-5996-45B6-8AD3-237703ED9CDF}"/>
          </ac:spMkLst>
        </pc:spChg>
        <pc:spChg chg="add del mod">
          <ac:chgData name="Lina.Hammad" userId="34ac694d-4f26-42b1-9dae-635b039c0c5e" providerId="ADAL" clId="{ADB122A3-0729-41B8-9868-004753AF7469}" dt="2021-07-12T08:05:59.877" v="875" actId="478"/>
          <ac:spMkLst>
            <pc:docMk/>
            <pc:sldMk cId="3617384465" sldId="423"/>
            <ac:spMk id="30" creationId="{CBE137FF-30D4-4D3A-AB17-A878EA65A419}"/>
          </ac:spMkLst>
        </pc:spChg>
        <pc:spChg chg="add mod">
          <ac:chgData name="Lina.Hammad" userId="34ac694d-4f26-42b1-9dae-635b039c0c5e" providerId="ADAL" clId="{ADB122A3-0729-41B8-9868-004753AF7469}" dt="2021-07-12T08:06:06.251" v="879" actId="313"/>
          <ac:spMkLst>
            <pc:docMk/>
            <pc:sldMk cId="3617384465" sldId="423"/>
            <ac:spMk id="31" creationId="{46CF7D16-F307-4C0E-91EA-CFB88AE9B23B}"/>
          </ac:spMkLst>
        </pc:spChg>
        <pc:grpChg chg="add mod">
          <ac:chgData name="Lina.Hammad" userId="34ac694d-4f26-42b1-9dae-635b039c0c5e" providerId="ADAL" clId="{ADB122A3-0729-41B8-9868-004753AF7469}" dt="2021-07-12T08:01:56.655" v="757" actId="1076"/>
          <ac:grpSpMkLst>
            <pc:docMk/>
            <pc:sldMk cId="3617384465" sldId="423"/>
            <ac:grpSpMk id="7" creationId="{EE76D3F7-D9B9-412E-B1BB-37CCFFBDC745}"/>
          </ac:grpSpMkLst>
        </pc:grpChg>
        <pc:grpChg chg="add mod">
          <ac:chgData name="Lina.Hammad" userId="34ac694d-4f26-42b1-9dae-635b039c0c5e" providerId="ADAL" clId="{ADB122A3-0729-41B8-9868-004753AF7469}" dt="2021-07-12T08:01:56.655" v="757" actId="1076"/>
          <ac:grpSpMkLst>
            <pc:docMk/>
            <pc:sldMk cId="3617384465" sldId="423"/>
            <ac:grpSpMk id="17" creationId="{C8A124E8-6205-4DDA-9A92-89C381E08966}"/>
          </ac:grpSpMkLst>
        </pc:grpChg>
        <pc:grpChg chg="add mod">
          <ac:chgData name="Lina.Hammad" userId="34ac694d-4f26-42b1-9dae-635b039c0c5e" providerId="ADAL" clId="{ADB122A3-0729-41B8-9868-004753AF7469}" dt="2021-07-12T08:04:28.619" v="812" actId="14100"/>
          <ac:grpSpMkLst>
            <pc:docMk/>
            <pc:sldMk cId="3617384465" sldId="423"/>
            <ac:grpSpMk id="22" creationId="{88CF1992-42C1-4626-AA89-60DCD7B70518}"/>
          </ac:grpSpMkLst>
        </pc:grpChg>
        <pc:graphicFrameChg chg="mod">
          <ac:chgData name="Lina.Hammad" userId="34ac694d-4f26-42b1-9dae-635b039c0c5e" providerId="ADAL" clId="{ADB122A3-0729-41B8-9868-004753AF7469}" dt="2021-07-12T08:02:09.745" v="763" actId="20577"/>
          <ac:graphicFrameMkLst>
            <pc:docMk/>
            <pc:sldMk cId="3617384465" sldId="423"/>
            <ac:graphicFrameMk id="3" creationId="{00000000-0000-0000-0000-000000000000}"/>
          </ac:graphicFrameMkLst>
        </pc:graphicFrameChg>
      </pc:sldChg>
      <pc:sldChg chg="modSp add ord">
        <pc:chgData name="Lina.Hammad" userId="34ac694d-4f26-42b1-9dae-635b039c0c5e" providerId="ADAL" clId="{ADB122A3-0729-41B8-9868-004753AF7469}" dt="2021-07-12T08:09:54.661" v="929"/>
        <pc:sldMkLst>
          <pc:docMk/>
          <pc:sldMk cId="866384309" sldId="424"/>
        </pc:sldMkLst>
        <pc:graphicFrameChg chg="mod">
          <ac:chgData name="Lina.Hammad" userId="34ac694d-4f26-42b1-9dae-635b039c0c5e" providerId="ADAL" clId="{ADB122A3-0729-41B8-9868-004753AF7469}" dt="2021-07-12T08:09:54.661" v="929"/>
          <ac:graphicFrameMkLst>
            <pc:docMk/>
            <pc:sldMk cId="866384309" sldId="424"/>
            <ac:graphicFrameMk id="3" creationId="{00000000-0000-0000-0000-000000000000}"/>
          </ac:graphicFrameMkLst>
        </pc:graphicFrameChg>
      </pc:sldChg>
    </pc:docChg>
  </pc:docChgLst>
  <pc:docChgLst>
    <pc:chgData name="Lina.Hammad" userId="34ac694d-4f26-42b1-9dae-635b039c0c5e" providerId="ADAL" clId="{43B1D3FC-BDFE-40EC-A6CF-2ED047B8C87A}"/>
    <pc:docChg chg="addSld">
      <pc:chgData name="Lina.Hammad" userId="34ac694d-4f26-42b1-9dae-635b039c0c5e" providerId="ADAL" clId="{43B1D3FC-BDFE-40EC-A6CF-2ED047B8C87A}" dt="2021-07-07T16:27:58.707" v="0" actId="680"/>
      <pc:docMkLst>
        <pc:docMk/>
      </pc:docMkLst>
      <pc:sldChg chg="new">
        <pc:chgData name="Lina.Hammad" userId="34ac694d-4f26-42b1-9dae-635b039c0c5e" providerId="ADAL" clId="{43B1D3FC-BDFE-40EC-A6CF-2ED047B8C87A}" dt="2021-07-07T16:27:58.707" v="0" actId="680"/>
        <pc:sldMkLst>
          <pc:docMk/>
          <pc:sldMk cId="3912225681" sldId="411"/>
        </pc:sldMkLst>
      </pc:sldChg>
    </pc:docChg>
  </pc:docChgLst>
  <pc:docChgLst>
    <pc:chgData name="Lina.Hammad" userId="34ac694d-4f26-42b1-9dae-635b039c0c5e" providerId="ADAL" clId="{05552CED-7FC2-43B9-92EC-E987171E5B90}"/>
    <pc:docChg chg="undo custSel addSld delSld modSld sldOrd">
      <pc:chgData name="Lina.Hammad" userId="34ac694d-4f26-42b1-9dae-635b039c0c5e" providerId="ADAL" clId="{05552CED-7FC2-43B9-92EC-E987171E5B90}" dt="2022-07-18T06:58:52.014" v="348" actId="20577"/>
      <pc:docMkLst>
        <pc:docMk/>
      </pc:docMkLst>
      <pc:sldChg chg="modSp mod">
        <pc:chgData name="Lina.Hammad" userId="34ac694d-4f26-42b1-9dae-635b039c0c5e" providerId="ADAL" clId="{05552CED-7FC2-43B9-92EC-E987171E5B90}" dt="2022-03-08T07:10:38.074" v="85" actId="20577"/>
        <pc:sldMkLst>
          <pc:docMk/>
          <pc:sldMk cId="1104410889" sldId="259"/>
        </pc:sldMkLst>
        <pc:spChg chg="mod">
          <ac:chgData name="Lina.Hammad" userId="34ac694d-4f26-42b1-9dae-635b039c0c5e" providerId="ADAL" clId="{05552CED-7FC2-43B9-92EC-E987171E5B90}" dt="2022-03-08T07:10:38.074" v="85" actId="20577"/>
          <ac:spMkLst>
            <pc:docMk/>
            <pc:sldMk cId="1104410889" sldId="259"/>
            <ac:spMk id="4" creationId="{00000000-0000-0000-0000-000000000000}"/>
          </ac:spMkLst>
        </pc:spChg>
      </pc:sldChg>
      <pc:sldChg chg="modSp add mod">
        <pc:chgData name="Lina.Hammad" userId="34ac694d-4f26-42b1-9dae-635b039c0c5e" providerId="ADAL" clId="{05552CED-7FC2-43B9-92EC-E987171E5B90}" dt="2022-03-08T08:10:59.462" v="296" actId="20577"/>
        <pc:sldMkLst>
          <pc:docMk/>
          <pc:sldMk cId="4228438062" sldId="272"/>
        </pc:sldMkLst>
        <pc:spChg chg="mod">
          <ac:chgData name="Lina.Hammad" userId="34ac694d-4f26-42b1-9dae-635b039c0c5e" providerId="ADAL" clId="{05552CED-7FC2-43B9-92EC-E987171E5B90}" dt="2022-03-08T08:10:59.462" v="296" actId="20577"/>
          <ac:spMkLst>
            <pc:docMk/>
            <pc:sldMk cId="4228438062" sldId="272"/>
            <ac:spMk id="4" creationId="{00000000-0000-0000-0000-000000000000}"/>
          </ac:spMkLst>
        </pc:spChg>
      </pc:sldChg>
      <pc:sldChg chg="modSp add del mod ord">
        <pc:chgData name="Lina.Hammad" userId="34ac694d-4f26-42b1-9dae-635b039c0c5e" providerId="ADAL" clId="{05552CED-7FC2-43B9-92EC-E987171E5B90}" dt="2022-03-08T08:09:51.794" v="282" actId="47"/>
        <pc:sldMkLst>
          <pc:docMk/>
          <pc:sldMk cId="1874849681" sldId="273"/>
        </pc:sldMkLst>
        <pc:spChg chg="mod">
          <ac:chgData name="Lina.Hammad" userId="34ac694d-4f26-42b1-9dae-635b039c0c5e" providerId="ADAL" clId="{05552CED-7FC2-43B9-92EC-E987171E5B90}" dt="2022-03-08T07:38:58.556" v="270" actId="20577"/>
          <ac:spMkLst>
            <pc:docMk/>
            <pc:sldMk cId="1874849681" sldId="273"/>
            <ac:spMk id="4" creationId="{00000000-0000-0000-0000-000000000000}"/>
          </ac:spMkLst>
        </pc:spChg>
      </pc:sldChg>
      <pc:sldChg chg="modSp add del mod">
        <pc:chgData name="Lina.Hammad" userId="34ac694d-4f26-42b1-9dae-635b039c0c5e" providerId="ADAL" clId="{05552CED-7FC2-43B9-92EC-E987171E5B90}" dt="2022-03-08T08:09:51.794" v="282" actId="47"/>
        <pc:sldMkLst>
          <pc:docMk/>
          <pc:sldMk cId="4163101904" sldId="274"/>
        </pc:sldMkLst>
        <pc:spChg chg="mod">
          <ac:chgData name="Lina.Hammad" userId="34ac694d-4f26-42b1-9dae-635b039c0c5e" providerId="ADAL" clId="{05552CED-7FC2-43B9-92EC-E987171E5B90}" dt="2022-03-08T07:39:53.980" v="278" actId="20577"/>
          <ac:spMkLst>
            <pc:docMk/>
            <pc:sldMk cId="4163101904" sldId="274"/>
            <ac:spMk id="4" creationId="{00000000-0000-0000-0000-000000000000}"/>
          </ac:spMkLst>
        </pc:spChg>
      </pc:sldChg>
      <pc:sldChg chg="modSp add del">
        <pc:chgData name="Lina.Hammad" userId="34ac694d-4f26-42b1-9dae-635b039c0c5e" providerId="ADAL" clId="{05552CED-7FC2-43B9-92EC-E987171E5B90}" dt="2022-03-08T07:39:30.328" v="271" actId="47"/>
        <pc:sldMkLst>
          <pc:docMk/>
          <pc:sldMk cId="1584233649" sldId="276"/>
        </pc:sldMkLst>
        <pc:graphicFrameChg chg="mod">
          <ac:chgData name="Lina.Hammad" userId="34ac694d-4f26-42b1-9dae-635b039c0c5e" providerId="ADAL" clId="{05552CED-7FC2-43B9-92EC-E987171E5B90}" dt="2022-03-08T07:35:08.028" v="171" actId="20577"/>
          <ac:graphicFrameMkLst>
            <pc:docMk/>
            <pc:sldMk cId="1584233649" sldId="276"/>
            <ac:graphicFrameMk id="3" creationId="{00000000-0000-0000-0000-000000000000}"/>
          </ac:graphicFrameMkLst>
        </pc:graphicFrameChg>
      </pc:sldChg>
      <pc:sldChg chg="modSp mod">
        <pc:chgData name="Lina.Hammad" userId="34ac694d-4f26-42b1-9dae-635b039c0c5e" providerId="ADAL" clId="{05552CED-7FC2-43B9-92EC-E987171E5B90}" dt="2022-07-18T06:58:52.014" v="348" actId="20577"/>
        <pc:sldMkLst>
          <pc:docMk/>
          <pc:sldMk cId="3578804367" sldId="404"/>
        </pc:sldMkLst>
        <pc:spChg chg="mod">
          <ac:chgData name="Lina.Hammad" userId="34ac694d-4f26-42b1-9dae-635b039c0c5e" providerId="ADAL" clId="{05552CED-7FC2-43B9-92EC-E987171E5B90}" dt="2022-07-18T06:58:52.014" v="348" actId="20577"/>
          <ac:spMkLst>
            <pc:docMk/>
            <pc:sldMk cId="3578804367" sldId="404"/>
            <ac:spMk id="8" creationId="{00000000-0000-0000-0000-000000000000}"/>
          </ac:spMkLst>
        </pc:spChg>
      </pc:sldChg>
      <pc:sldChg chg="add">
        <pc:chgData name="Lina.Hammad" userId="34ac694d-4f26-42b1-9dae-635b039c0c5e" providerId="ADAL" clId="{05552CED-7FC2-43B9-92EC-E987171E5B90}" dt="2022-03-08T07:31:53.210" v="167"/>
        <pc:sldMkLst>
          <pc:docMk/>
          <pc:sldMk cId="4073542765" sldId="407"/>
        </pc:sldMkLst>
      </pc:sldChg>
      <pc:sldChg chg="modSp mod">
        <pc:chgData name="Lina.Hammad" userId="34ac694d-4f26-42b1-9dae-635b039c0c5e" providerId="ADAL" clId="{05552CED-7FC2-43B9-92EC-E987171E5B90}" dt="2022-03-08T07:00:28.216" v="22" actId="20577"/>
        <pc:sldMkLst>
          <pc:docMk/>
          <pc:sldMk cId="2547857488" sldId="413"/>
        </pc:sldMkLst>
        <pc:spChg chg="mod">
          <ac:chgData name="Lina.Hammad" userId="34ac694d-4f26-42b1-9dae-635b039c0c5e" providerId="ADAL" clId="{05552CED-7FC2-43B9-92EC-E987171E5B90}" dt="2022-03-08T07:00:28.216" v="22" actId="20577"/>
          <ac:spMkLst>
            <pc:docMk/>
            <pc:sldMk cId="2547857488" sldId="413"/>
            <ac:spMk id="4" creationId="{00000000-0000-0000-0000-000000000000}"/>
          </ac:spMkLst>
        </pc:spChg>
      </pc:sldChg>
      <pc:sldChg chg="modSp mod modTransition modAnim">
        <pc:chgData name="Lina.Hammad" userId="34ac694d-4f26-42b1-9dae-635b039c0c5e" providerId="ADAL" clId="{05552CED-7FC2-43B9-92EC-E987171E5B90}" dt="2022-03-13T08:11:16.532" v="320"/>
        <pc:sldMkLst>
          <pc:docMk/>
          <pc:sldMk cId="1556619404" sldId="414"/>
        </pc:sldMkLst>
        <pc:spChg chg="mod">
          <ac:chgData name="Lina.Hammad" userId="34ac694d-4f26-42b1-9dae-635b039c0c5e" providerId="ADAL" clId="{05552CED-7FC2-43B9-92EC-E987171E5B90}" dt="2022-03-08T07:02:24.621" v="50" actId="20577"/>
          <ac:spMkLst>
            <pc:docMk/>
            <pc:sldMk cId="1556619404" sldId="414"/>
            <ac:spMk id="4" creationId="{00000000-0000-0000-0000-000000000000}"/>
          </ac:spMkLst>
        </pc:spChg>
      </pc:sldChg>
      <pc:sldChg chg="modAnim">
        <pc:chgData name="Lina.Hammad" userId="34ac694d-4f26-42b1-9dae-635b039c0c5e" providerId="ADAL" clId="{05552CED-7FC2-43B9-92EC-E987171E5B90}" dt="2022-03-13T08:01:34.425" v="302"/>
        <pc:sldMkLst>
          <pc:docMk/>
          <pc:sldMk cId="772721448" sldId="415"/>
        </pc:sldMkLst>
      </pc:sldChg>
      <pc:sldChg chg="modSp mod modNotesTx">
        <pc:chgData name="Lina.Hammad" userId="34ac694d-4f26-42b1-9dae-635b039c0c5e" providerId="ADAL" clId="{05552CED-7FC2-43B9-92EC-E987171E5B90}" dt="2022-03-13T08:15:31.476" v="342"/>
        <pc:sldMkLst>
          <pc:docMk/>
          <pc:sldMk cId="4221157720" sldId="417"/>
        </pc:sldMkLst>
        <pc:spChg chg="mod">
          <ac:chgData name="Lina.Hammad" userId="34ac694d-4f26-42b1-9dae-635b039c0c5e" providerId="ADAL" clId="{05552CED-7FC2-43B9-92EC-E987171E5B90}" dt="2022-03-08T07:27:16.416" v="165" actId="33524"/>
          <ac:spMkLst>
            <pc:docMk/>
            <pc:sldMk cId="4221157720" sldId="417"/>
            <ac:spMk id="4" creationId="{00000000-0000-0000-0000-000000000000}"/>
          </ac:spMkLst>
        </pc:spChg>
      </pc:sldChg>
      <pc:sldChg chg="modSp mod modAnim">
        <pc:chgData name="Lina.Hammad" userId="34ac694d-4f26-42b1-9dae-635b039c0c5e" providerId="ADAL" clId="{05552CED-7FC2-43B9-92EC-E987171E5B90}" dt="2022-03-13T08:11:31.031" v="324"/>
        <pc:sldMkLst>
          <pc:docMk/>
          <pc:sldMk cId="3617384465" sldId="423"/>
        </pc:sldMkLst>
        <pc:spChg chg="mod">
          <ac:chgData name="Lina.Hammad" userId="34ac694d-4f26-42b1-9dae-635b039c0c5e" providerId="ADAL" clId="{05552CED-7FC2-43B9-92EC-E987171E5B90}" dt="2022-03-08T07:12:14.701" v="86" actId="1035"/>
          <ac:spMkLst>
            <pc:docMk/>
            <pc:sldMk cId="3617384465" sldId="423"/>
            <ac:spMk id="8" creationId="{E89784FF-F11D-41AC-BAE8-54F5906CB46C}"/>
          </ac:spMkLst>
        </pc:spChg>
        <pc:grpChg chg="mod">
          <ac:chgData name="Lina.Hammad" userId="34ac694d-4f26-42b1-9dae-635b039c0c5e" providerId="ADAL" clId="{05552CED-7FC2-43B9-92EC-E987171E5B90}" dt="2022-03-13T08:10:53.104" v="312" actId="1076"/>
          <ac:grpSpMkLst>
            <pc:docMk/>
            <pc:sldMk cId="3617384465" sldId="423"/>
            <ac:grpSpMk id="17" creationId="{C8A124E8-6205-4DDA-9A92-89C381E08966}"/>
          </ac:grpSpMkLst>
        </pc:grpChg>
      </pc:sldChg>
      <pc:sldChg chg="modSp mod">
        <pc:chgData name="Lina.Hammad" userId="34ac694d-4f26-42b1-9dae-635b039c0c5e" providerId="ADAL" clId="{05552CED-7FC2-43B9-92EC-E987171E5B90}" dt="2022-03-13T08:13:45.043" v="341" actId="20577"/>
        <pc:sldMkLst>
          <pc:docMk/>
          <pc:sldMk cId="866384309" sldId="424"/>
        </pc:sldMkLst>
        <pc:spChg chg="mod">
          <ac:chgData name="Lina.Hammad" userId="34ac694d-4f26-42b1-9dae-635b039c0c5e" providerId="ADAL" clId="{05552CED-7FC2-43B9-92EC-E987171E5B90}" dt="2022-03-13T08:13:45.043" v="341" actId="20577"/>
          <ac:spMkLst>
            <pc:docMk/>
            <pc:sldMk cId="866384309" sldId="424"/>
            <ac:spMk id="4" creationId="{00000000-0000-0000-0000-000000000000}"/>
          </ac:spMkLst>
        </pc:spChg>
      </pc:sldChg>
      <pc:sldChg chg="modSp add mod">
        <pc:chgData name="Lina.Hammad" userId="34ac694d-4f26-42b1-9dae-635b039c0c5e" providerId="ADAL" clId="{05552CED-7FC2-43B9-92EC-E987171E5B90}" dt="2022-03-08T07:09:58.993" v="84" actId="313"/>
        <pc:sldMkLst>
          <pc:docMk/>
          <pc:sldMk cId="3126755300" sldId="425"/>
        </pc:sldMkLst>
        <pc:spChg chg="mod">
          <ac:chgData name="Lina.Hammad" userId="34ac694d-4f26-42b1-9dae-635b039c0c5e" providerId="ADAL" clId="{05552CED-7FC2-43B9-92EC-E987171E5B90}" dt="2022-03-08T07:09:01.907" v="78" actId="113"/>
          <ac:spMkLst>
            <pc:docMk/>
            <pc:sldMk cId="3126755300" sldId="425"/>
            <ac:spMk id="4" creationId="{00000000-0000-0000-0000-000000000000}"/>
          </ac:spMkLst>
        </pc:spChg>
        <pc:graphicFrameChg chg="mod">
          <ac:chgData name="Lina.Hammad" userId="34ac694d-4f26-42b1-9dae-635b039c0c5e" providerId="ADAL" clId="{05552CED-7FC2-43B9-92EC-E987171E5B90}" dt="2022-03-08T07:09:58.993" v="84" actId="313"/>
          <ac:graphicFrameMkLst>
            <pc:docMk/>
            <pc:sldMk cId="3126755300" sldId="425"/>
            <ac:graphicFrameMk id="3" creationId="{00000000-0000-0000-0000-000000000000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FAC20E-A745-414C-A63E-21CAE54525A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C52348-3669-4039-80BD-73DA9F92BF7A}" type="pres">
      <dgm:prSet presAssocID="{BBFAC20E-A745-414C-A63E-21CAE54525AB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86B67A0D-8F39-495F-AD83-02EB8ACEEF78}" type="presOf" srcId="{BBFAC20E-A745-414C-A63E-21CAE54525AB}" destId="{83C52348-3669-4039-80BD-73DA9F92BF7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main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9F2F2-992A-4EEF-90F2-DA5BBE4E008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B506EC-E4FF-454E-9502-020BEE154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93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506EC-E4FF-454E-9502-020BEE1549E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88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506EC-E4FF-454E-9502-020BEE1549E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03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506EC-E4FF-454E-9502-020BEE1549E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040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02124"/>
                </a:solidFill>
                <a:effectLst/>
                <a:latin typeface="Helvetica Neue"/>
              </a:rPr>
              <a:t> procedure of managing simultaneous operations without conflicting with each other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506EC-E4FF-454E-9502-020BEE1549E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687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506EC-E4FF-454E-9502-020BEE1549E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292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506EC-E4FF-454E-9502-020BEE1549E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07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506EC-E4FF-454E-9502-020BEE1549E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866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2BFEC-CCD8-48C7-9273-AB2226B5E2E2}" type="datetime1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Aisha Al-Sadi | HTU | Al Hussein Technical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7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1767-BF50-477D-93FF-8C75A0919C06}" type="datetime1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Aisha Al-Sadi | HTU | Al Hussein Technical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76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359A-113F-4EAE-8CB4-814D2F05E9B5}" type="datetime1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Aisha Al-Sadi | HTU | Al Hussein Technical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420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EFCCD-6EE0-479F-9D3D-6D664F40A2FA}" type="datetime1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Aisha Al-Sadi | HTU | Al Hussein Technical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389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B38E2-3380-44C9-82B6-78244ACEF9FB}" type="datetime1">
              <a:rPr lang="en-US" smtClean="0"/>
              <a:t>7/17/2023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Aisha Al-Sadi | HTU | Al Hussein Technical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43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C9723-734F-4DC4-9918-75D16FF9F36E}" type="datetime1">
              <a:rPr lang="en-US" smtClean="0"/>
              <a:t>7/17/2023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Aisha Al-Sadi | HTU | Al Hussein Technical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977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73C1-2BB0-48D3-B41F-29C06A361F87}" type="datetime1">
              <a:rPr lang="en-US" smtClean="0"/>
              <a:t>7/17/2023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Eng. Aisha Al-Sadi | HTU | Al Hussein Technical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41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F23756A-3C9F-4C91-B358-664797996EED}" type="datetime1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Eng. Aisha Al-Sadi | HTU | Al Hussein Technical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D97C469-14A9-4BE4-BDC2-AF98C32D2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344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1B604-0E70-4C3E-8BDA-A417037AB3B5}" type="datetime1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Aisha Al-Sadi | HTU | Al Hussein Technical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20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184E8-C4D5-46FC-BA59-DF9B90113E5A}" type="datetime1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Aisha Al-Sadi | HTU | Al Hussein Technical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763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2E99E-858A-4C00-9920-5391E465D31D}" type="datetime1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Aisha Al-Sadi | HTU | Al Hussein Technical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EBA88CA-E6A5-4977-98CA-A8C7CB76C43C}" type="datetime1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Eng. Aisha Al-Sadi | HTU | Al Hussein Technical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D97C469-14A9-4BE4-BDC2-AF98C32D29B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0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4E52CB7-5EDD-2A1E-B7F7-2088CA5AB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51" y="758952"/>
            <a:ext cx="10058400" cy="3566160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</a:rPr>
              <a:t>Database Development &amp; Design</a:t>
            </a:r>
            <a:br>
              <a:rPr lang="en-US" sz="5400" b="1" dirty="0">
                <a:solidFill>
                  <a:schemeClr val="accent2">
                    <a:lumMod val="75000"/>
                  </a:schemeClr>
                </a:solidFill>
              </a:rPr>
            </a:br>
            <a:endParaRPr lang="en-US" sz="5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7C6220E-859F-19D9-963B-E3CFD19DA5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Introduction</a:t>
            </a:r>
            <a:endParaRPr lang="en-US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D94612-5DFB-5F8C-22E9-A2D0ADCE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Aisha Al-Sadi | HTU | Al Hussein Technical University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0DAC-5570-69D7-5C2B-CA000ECF2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145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EDB05-4166-2B8B-3930-756442B8E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82695"/>
            <a:ext cx="10058400" cy="1450757"/>
          </a:xfrm>
        </p:spPr>
        <p:txBody>
          <a:bodyPr/>
          <a:lstStyle/>
          <a:p>
            <a:r>
              <a:rPr lang="en-US" b="1"/>
              <a:t>Outline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1F0B3-991A-D447-F98F-5E7007D0C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69913" lvl="1" indent="-344488">
              <a:buFont typeface="Wingdings" panose="05000000000000000000" pitchFamily="2" charset="2"/>
              <a:buChar char="§"/>
            </a:pPr>
            <a:r>
              <a:rPr lang="en-US" sz="2400" dirty="0"/>
              <a:t>Definitions</a:t>
            </a:r>
          </a:p>
          <a:p>
            <a:pPr marL="569913" lvl="1" indent="-344488">
              <a:buFont typeface="Wingdings" panose="05000000000000000000" pitchFamily="2" charset="2"/>
              <a:buChar char="§"/>
            </a:pPr>
            <a:r>
              <a:rPr lang="en-US" sz="2400" dirty="0"/>
              <a:t>Data Vs. Information Examples</a:t>
            </a:r>
          </a:p>
          <a:p>
            <a:pPr marL="569913" lvl="1" indent="-344488">
              <a:buFont typeface="Wingdings" panose="05000000000000000000" pitchFamily="2" charset="2"/>
              <a:buChar char="§"/>
            </a:pPr>
            <a:r>
              <a:rPr lang="en-US" sz="2400" dirty="0"/>
              <a:t>Database</a:t>
            </a:r>
          </a:p>
          <a:p>
            <a:pPr marL="569913" lvl="1" indent="-344488">
              <a:buFont typeface="Wingdings" panose="05000000000000000000" pitchFamily="2" charset="2"/>
              <a:buChar char="§"/>
            </a:pPr>
            <a:r>
              <a:rPr lang="en-US" sz="2400" dirty="0"/>
              <a:t>Database Management System (DBMS)</a:t>
            </a:r>
          </a:p>
          <a:p>
            <a:pPr marL="569913" lvl="1" indent="-344488">
              <a:buFont typeface="Wingdings" panose="05000000000000000000" pitchFamily="2" charset="2"/>
              <a:buChar char="§"/>
            </a:pPr>
            <a:r>
              <a:rPr lang="en-US" sz="2400" dirty="0"/>
              <a:t>Relational DBMS</a:t>
            </a:r>
          </a:p>
          <a:p>
            <a:pPr marL="569913" lvl="1" indent="-344488">
              <a:buFont typeface="Wingdings" panose="05000000000000000000" pitchFamily="2" charset="2"/>
              <a:buChar char="§"/>
            </a:pPr>
            <a:r>
              <a:rPr lang="en-US" sz="2400" dirty="0"/>
              <a:t>Data Models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24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24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24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51913E-5521-CD67-3F36-2D02D43F1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Aisha Al-Sadi | HTU | Al Hussein Technical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319391-1DB5-3FB8-1C19-3F6F1F6C7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93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25860" y="1542378"/>
            <a:ext cx="9995014" cy="32675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ts val="1000"/>
              </a:spcBef>
              <a:buClr>
                <a:srgbClr val="00B5C8"/>
              </a:buClr>
              <a:buSzPct val="80000"/>
              <a:buFontTx/>
              <a:buChar char="►"/>
            </a:pPr>
            <a:endParaRPr lang="en-US" b="1" dirty="0">
              <a:solidFill>
                <a:srgbClr val="007D8B"/>
              </a:solidFill>
              <a:latin typeface="Trebuchet MS" panose="020B0603020202020204"/>
            </a:endParaRPr>
          </a:p>
          <a:p>
            <a:pPr marL="342900" indent="-342900">
              <a:buClr>
                <a:srgbClr val="00B5C8"/>
              </a:buClr>
              <a:buFontTx/>
              <a:buChar char="►"/>
            </a:pPr>
            <a:r>
              <a:rPr lang="en-US" b="1" dirty="0"/>
              <a:t>Data: </a:t>
            </a:r>
            <a:r>
              <a:rPr lang="en-US" dirty="0"/>
              <a:t>Data means raw facts gathered about someone or something, which is bare and random. The data can be:</a:t>
            </a:r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 dirty="0"/>
              <a:t>Structured: numbers, text, dates.</a:t>
            </a:r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 dirty="0"/>
              <a:t>Unstructured: images, video, documents.</a:t>
            </a:r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Clr>
                <a:srgbClr val="00B5C8"/>
              </a:buClr>
              <a:buFontTx/>
              <a:buChar char="►"/>
            </a:pPr>
            <a:r>
              <a:rPr lang="en-US" b="1" dirty="0"/>
              <a:t>Information</a:t>
            </a:r>
            <a:r>
              <a:rPr lang="en-US" dirty="0"/>
              <a:t>: Information is described as that form of data which is processed, organized, specific and structured, which is presented in the given setting.</a:t>
            </a:r>
          </a:p>
          <a:p>
            <a:pPr marL="342900" indent="-342900">
              <a:buClr>
                <a:srgbClr val="00B5C8"/>
              </a:buClr>
              <a:buFontTx/>
              <a:buChar char="►"/>
            </a:pPr>
            <a:endParaRPr lang="en-US" dirty="0"/>
          </a:p>
          <a:p>
            <a:pPr marL="342900" indent="-342900">
              <a:buClr>
                <a:srgbClr val="00B5C8"/>
              </a:buClr>
              <a:buFontTx/>
              <a:buChar char="►"/>
            </a:pPr>
            <a:r>
              <a:rPr lang="en-US" b="1" dirty="0"/>
              <a:t>Metadata</a:t>
            </a:r>
            <a:r>
              <a:rPr lang="en-US" dirty="0"/>
              <a:t>: Data that describes the properties and context of user data.</a:t>
            </a:r>
          </a:p>
          <a:p>
            <a:pPr marL="342900" lvl="0" indent="-342900">
              <a:spcBef>
                <a:spcPts val="1000"/>
              </a:spcBef>
              <a:buClr>
                <a:srgbClr val="00B5C8"/>
              </a:buClr>
              <a:buSzPct val="80000"/>
              <a:buFontTx/>
              <a:buChar char="►"/>
            </a:pPr>
            <a:endParaRPr lang="en-US" dirty="0">
              <a:solidFill>
                <a:srgbClr val="007D8B"/>
              </a:solidFill>
              <a:latin typeface="Trebuchet MS" panose="020B0603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9EF176-A5F2-1F10-47B7-A70F15C121E2}"/>
              </a:ext>
            </a:extLst>
          </p:cNvPr>
          <p:cNvSpPr/>
          <p:nvPr/>
        </p:nvSpPr>
        <p:spPr>
          <a:xfrm>
            <a:off x="8241075" y="4067102"/>
            <a:ext cx="3505294" cy="23170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Information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3AAC843-DC23-A113-1FA6-C41A09685777}"/>
              </a:ext>
            </a:extLst>
          </p:cNvPr>
          <p:cNvSpPr/>
          <p:nvPr/>
        </p:nvSpPr>
        <p:spPr>
          <a:xfrm>
            <a:off x="9993722" y="4961996"/>
            <a:ext cx="1602557" cy="8085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Metadata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F2F193-3E18-17EF-C171-455E3650D569}"/>
              </a:ext>
            </a:extLst>
          </p:cNvPr>
          <p:cNvSpPr/>
          <p:nvPr/>
        </p:nvSpPr>
        <p:spPr>
          <a:xfrm>
            <a:off x="8436252" y="4961996"/>
            <a:ext cx="1199215" cy="808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08837299-37AF-33B2-28F2-06CBF3DC8322}"/>
              </a:ext>
            </a:extLst>
          </p:cNvPr>
          <p:cNvSpPr/>
          <p:nvPr/>
        </p:nvSpPr>
        <p:spPr>
          <a:xfrm>
            <a:off x="9704184" y="5249796"/>
            <a:ext cx="270706" cy="306024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67A1E172-E76F-68A0-6B73-96E7DD0AA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474" y="362121"/>
            <a:ext cx="10058400" cy="1450757"/>
          </a:xfrm>
        </p:spPr>
        <p:txBody>
          <a:bodyPr/>
          <a:lstStyle/>
          <a:p>
            <a:r>
              <a:rPr lang="en-US" sz="4800" b="1" dirty="0"/>
              <a:t>Definitions</a:t>
            </a:r>
            <a:br>
              <a:rPr lang="en-US" sz="4800" b="1" dirty="0"/>
            </a:br>
            <a:endParaRPr lang="en-US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C2FF79-B237-A1CB-FBDC-31AFCF9ED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Aisha Al-Sadi | HTU | Al Hussein Technical University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088F97-C844-C0C7-82A4-1DC7FD72B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857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648362844"/>
              </p:ext>
            </p:extLst>
          </p:nvPr>
        </p:nvGraphicFramePr>
        <p:xfrm>
          <a:off x="1360019" y="365126"/>
          <a:ext cx="7144148" cy="897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 3"/>
          <p:cNvSpPr/>
          <p:nvPr/>
        </p:nvSpPr>
        <p:spPr>
          <a:xfrm>
            <a:off x="725860" y="1542378"/>
            <a:ext cx="512422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ts val="1000"/>
              </a:spcBef>
              <a:buClr>
                <a:srgbClr val="00B5C8"/>
              </a:buClr>
              <a:buSzPct val="80000"/>
              <a:buFontTx/>
              <a:buChar char="►"/>
            </a:pPr>
            <a:endParaRPr lang="en-US" b="1" dirty="0">
              <a:solidFill>
                <a:srgbClr val="007D8B"/>
              </a:solidFill>
              <a:latin typeface="Trebuchet MS" panose="020B0603020202020204"/>
            </a:endParaRPr>
          </a:p>
          <a:p>
            <a:pPr marL="342900" indent="-342900">
              <a:buClr>
                <a:srgbClr val="00B5C8"/>
              </a:buClr>
              <a:buFontTx/>
              <a:buChar char="►"/>
            </a:pPr>
            <a:r>
              <a:rPr lang="en-US" b="1" dirty="0"/>
              <a:t>Data: </a:t>
            </a:r>
            <a:r>
              <a:rPr lang="en-US" dirty="0"/>
              <a:t>51007</a:t>
            </a:r>
          </a:p>
          <a:p>
            <a:pPr marL="342900" indent="-342900">
              <a:buClr>
                <a:srgbClr val="00B5C8"/>
              </a:buClr>
              <a:buFontTx/>
              <a:buChar char="►"/>
            </a:pPr>
            <a:endParaRPr lang="en-US" dirty="0"/>
          </a:p>
          <a:p>
            <a:pPr marL="342900" indent="-342900">
              <a:buClr>
                <a:srgbClr val="00B5C8"/>
              </a:buClr>
              <a:buFontTx/>
              <a:buChar char="►"/>
            </a:pPr>
            <a:r>
              <a:rPr lang="en-US" b="1" dirty="0"/>
              <a:t>Information</a:t>
            </a:r>
            <a:r>
              <a:rPr lang="en-US" dirty="0"/>
              <a:t>: </a:t>
            </a:r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Trebuchet MS" panose="020B0603020202020204"/>
              </a:rPr>
              <a:t>5/10/07 the date of your birth date.</a:t>
            </a:r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Trebuchet MS" panose="020B0603020202020204"/>
              </a:rPr>
              <a:t>$51,007 the average starting salary of an accounting major.</a:t>
            </a:r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Trebuchet MS" panose="020B0603020202020204"/>
              </a:rPr>
              <a:t>51007 the zip code of Bronson </a:t>
            </a:r>
            <a:r>
              <a:rPr lang="en-US" dirty="0" err="1">
                <a:latin typeface="Trebuchet MS" panose="020B0603020202020204"/>
              </a:rPr>
              <a:t>lowa</a:t>
            </a:r>
            <a:r>
              <a:rPr lang="en-US" dirty="0">
                <a:latin typeface="Trebuchet MS" panose="020B0603020202020204"/>
              </a:rPr>
              <a:t>.</a:t>
            </a:r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endParaRPr lang="en-US" dirty="0">
              <a:latin typeface="Trebuchet MS" panose="020B0603020202020204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302AFA-CE1C-6395-6218-01B46DCA3C47}"/>
              </a:ext>
            </a:extLst>
          </p:cNvPr>
          <p:cNvSpPr/>
          <p:nvPr/>
        </p:nvSpPr>
        <p:spPr>
          <a:xfrm>
            <a:off x="725860" y="4127701"/>
            <a:ext cx="272072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ts val="1000"/>
              </a:spcBef>
              <a:buClr>
                <a:srgbClr val="00B5C8"/>
              </a:buClr>
              <a:buSzPct val="80000"/>
              <a:buFontTx/>
              <a:buChar char="►"/>
            </a:pPr>
            <a:endParaRPr lang="en-US" b="1" dirty="0">
              <a:solidFill>
                <a:srgbClr val="007D8B"/>
              </a:solidFill>
              <a:latin typeface="Trebuchet MS" panose="020B0603020202020204"/>
            </a:endParaRPr>
          </a:p>
          <a:p>
            <a:pPr marL="342900" indent="-342900">
              <a:buClr>
                <a:srgbClr val="00B5C8"/>
              </a:buClr>
              <a:buFontTx/>
              <a:buChar char="►"/>
            </a:pPr>
            <a:r>
              <a:rPr lang="en-US" b="1" dirty="0"/>
              <a:t>Data:</a:t>
            </a:r>
          </a:p>
          <a:p>
            <a:pPr marL="742950" lvl="1" indent="-28575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 dirty="0"/>
              <a:t>6.34</a:t>
            </a:r>
          </a:p>
          <a:p>
            <a:pPr marL="742950" lvl="1" indent="-28575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 dirty="0"/>
              <a:t>6.54</a:t>
            </a:r>
          </a:p>
          <a:p>
            <a:pPr marL="742950" lvl="1" indent="-28575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 dirty="0"/>
              <a:t>6.39</a:t>
            </a:r>
          </a:p>
          <a:p>
            <a:pPr marL="742950" lvl="1" indent="-28575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 dirty="0"/>
              <a:t>6.62</a:t>
            </a:r>
          </a:p>
          <a:p>
            <a:pPr marL="742950" lvl="1" indent="-28575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 dirty="0"/>
              <a:t>6.57</a:t>
            </a:r>
          </a:p>
          <a:p>
            <a:pPr marL="742950" lvl="1" indent="-285750">
              <a:buClr>
                <a:srgbClr val="00B5C8"/>
              </a:buCl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3F8BF7-B89E-15F6-807B-6A662F1A3905}"/>
              </a:ext>
            </a:extLst>
          </p:cNvPr>
          <p:cNvSpPr txBox="1"/>
          <p:nvPr/>
        </p:nvSpPr>
        <p:spPr>
          <a:xfrm>
            <a:off x="1997652" y="4695781"/>
            <a:ext cx="60942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 dirty="0"/>
              <a:t>6.64</a:t>
            </a:r>
          </a:p>
          <a:p>
            <a:pPr marL="742950" lvl="1" indent="-28575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 dirty="0"/>
              <a:t>6.71</a:t>
            </a:r>
          </a:p>
          <a:p>
            <a:pPr marL="742950" lvl="1" indent="-28575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 dirty="0"/>
              <a:t>6.82</a:t>
            </a:r>
          </a:p>
          <a:p>
            <a:pPr marL="742950" lvl="1" indent="-28575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 dirty="0"/>
              <a:t>7.12</a:t>
            </a:r>
          </a:p>
          <a:p>
            <a:pPr marL="742950" lvl="1" indent="-28575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 dirty="0"/>
              <a:t>7.06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CAA94E-6730-BEF3-B6F4-FED730BD1591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2218"/>
          <a:stretch/>
        </p:blipFill>
        <p:spPr>
          <a:xfrm>
            <a:off x="6124823" y="2285476"/>
            <a:ext cx="5241187" cy="430715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FBB968F-55D8-FDEB-7378-DAE460567945}"/>
              </a:ext>
            </a:extLst>
          </p:cNvPr>
          <p:cNvCxnSpPr/>
          <p:nvPr/>
        </p:nvCxnSpPr>
        <p:spPr>
          <a:xfrm>
            <a:off x="3990109" y="5621482"/>
            <a:ext cx="18599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itle 9">
            <a:extLst>
              <a:ext uri="{FF2B5EF4-FFF2-40B4-BE49-F238E27FC236}">
                <a16:creationId xmlns:a16="http://schemas.microsoft.com/office/drawing/2014/main" id="{41585020-8208-2048-58B2-97B0F95F1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581" y="265373"/>
            <a:ext cx="10058400" cy="1450757"/>
          </a:xfrm>
        </p:spPr>
        <p:txBody>
          <a:bodyPr/>
          <a:lstStyle/>
          <a:p>
            <a:r>
              <a:rPr lang="en-US" sz="4800" b="1" dirty="0"/>
              <a:t>Data vs. Information</a:t>
            </a:r>
            <a:br>
              <a:rPr lang="en-US" sz="4800" b="1" dirty="0"/>
            </a:br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C854C-5A9B-0492-52D1-B34F12626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79491"/>
            <a:ext cx="4822804" cy="365125"/>
          </a:xfrm>
        </p:spPr>
        <p:txBody>
          <a:bodyPr/>
          <a:lstStyle/>
          <a:p>
            <a:r>
              <a:rPr lang="en-US" dirty="0"/>
              <a:t>Eng. Aisha Al-Sadi | HTU | Al Hussein Technical University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6257379-FC5B-B996-076F-8A76E4871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1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25860" y="1542378"/>
            <a:ext cx="9995014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ts val="1000"/>
              </a:spcBef>
              <a:buClr>
                <a:srgbClr val="00B5C8"/>
              </a:buClr>
              <a:buSzPct val="80000"/>
              <a:buFontTx/>
              <a:buChar char="►"/>
            </a:pPr>
            <a:endParaRPr lang="en-US" dirty="0">
              <a:solidFill>
                <a:srgbClr val="007D8B"/>
              </a:solidFill>
              <a:latin typeface="Trebuchet MS" panose="020B0603020202020204"/>
            </a:endParaRPr>
          </a:p>
          <a:p>
            <a:pPr marL="342900" indent="-342900">
              <a:buClr>
                <a:srgbClr val="00B5C8"/>
              </a:buClr>
              <a:buFontTx/>
              <a:buChar char="►"/>
            </a:pPr>
            <a:r>
              <a:rPr lang="en-US" b="1" dirty="0"/>
              <a:t>A large collection of data stored in a well-defined structure</a:t>
            </a:r>
          </a:p>
          <a:p>
            <a:pPr marL="342900" indent="-342900">
              <a:buClr>
                <a:srgbClr val="00B5C8"/>
              </a:buClr>
              <a:buFontTx/>
              <a:buChar char="►"/>
            </a:pPr>
            <a:r>
              <a:rPr lang="en-US" b="1" dirty="0"/>
              <a:t>Database is an organized collection of logically related data</a:t>
            </a:r>
          </a:p>
          <a:p>
            <a:pPr marL="342900" indent="-342900">
              <a:buClr>
                <a:srgbClr val="00B5C8"/>
              </a:buClr>
              <a:buFontTx/>
              <a:buChar char="►"/>
            </a:pPr>
            <a:r>
              <a:rPr lang="en-US" dirty="0"/>
              <a:t>You can think of a database as:</a:t>
            </a:r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 dirty="0"/>
              <a:t>An electronic filing system</a:t>
            </a:r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 dirty="0"/>
              <a:t>A repository for large amounts of information</a:t>
            </a:r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Clr>
                <a:srgbClr val="00B5C8"/>
              </a:buClr>
              <a:buFontTx/>
              <a:buChar char="►"/>
            </a:pPr>
            <a:r>
              <a:rPr lang="en-US" b="1" dirty="0"/>
              <a:t>Example of a paper database</a:t>
            </a:r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 dirty="0"/>
              <a:t>Telephone book</a:t>
            </a:r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Clr>
                <a:srgbClr val="00B5C8"/>
              </a:buClr>
              <a:buFontTx/>
              <a:buChar char="►"/>
            </a:pPr>
            <a:r>
              <a:rPr lang="en-US" b="1" dirty="0"/>
              <a:t>Examples of computer databases</a:t>
            </a:r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 dirty="0"/>
              <a:t>HTU stores student information in a database</a:t>
            </a:r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 dirty="0"/>
              <a:t>Insurance companies store policy holder information in a database</a:t>
            </a:r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 dirty="0"/>
              <a:t>Your employer stores your information in a database</a:t>
            </a:r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 dirty="0"/>
              <a:t>Your electricity service provider uses a database to manage billing, client-related issues, handle fault data, etc.</a:t>
            </a:r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 dirty="0"/>
              <a:t>Facebook. It needs to store, manipulate, and present data related to members, their friends, member activities, messages, advertisements, and a lot more</a:t>
            </a:r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endParaRPr lang="en-US" dirty="0">
              <a:solidFill>
                <a:srgbClr val="007D8B"/>
              </a:solidFill>
              <a:latin typeface="Trebuchet MS" panose="020B0603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7E526-1284-3C18-D3F6-1BE9990AC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167" y="338557"/>
            <a:ext cx="10058400" cy="1450757"/>
          </a:xfrm>
        </p:spPr>
        <p:txBody>
          <a:bodyPr/>
          <a:lstStyle/>
          <a:p>
            <a:r>
              <a:rPr lang="en-US" sz="4800" b="1" dirty="0"/>
              <a:t>What Is The Database?</a:t>
            </a:r>
            <a:br>
              <a:rPr lang="en-US" sz="4800" b="1" dirty="0"/>
            </a:br>
            <a:endParaRPr lang="en-US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F66485-68CA-1D3D-45CC-033A0C04C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Aisha Al-Sadi | HTU | Al Hussein Technical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542709-047E-9382-9D71-412DA8688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797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25860" y="1542378"/>
            <a:ext cx="9995014" cy="3544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ts val="1000"/>
              </a:spcBef>
              <a:buClr>
                <a:srgbClr val="00B5C8"/>
              </a:buClr>
              <a:buSzPct val="80000"/>
              <a:buFontTx/>
              <a:buChar char="►"/>
            </a:pPr>
            <a:endParaRPr lang="en-US">
              <a:solidFill>
                <a:srgbClr val="007D8B"/>
              </a:solidFill>
              <a:latin typeface="Trebuchet MS" panose="020B0603020202020204"/>
            </a:endParaRPr>
          </a:p>
          <a:p>
            <a:pPr marL="342900" indent="-342900">
              <a:buClr>
                <a:srgbClr val="00B5C8"/>
              </a:buClr>
              <a:buFontTx/>
              <a:buChar char="►"/>
            </a:pPr>
            <a:r>
              <a:rPr lang="en-US" b="1"/>
              <a:t>Traditional Data:</a:t>
            </a:r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/>
              <a:t>Numeric and Textual Databases</a:t>
            </a:r>
            <a:endParaRPr lang="ar-JO"/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endParaRPr lang="en-US"/>
          </a:p>
          <a:p>
            <a:pPr marL="342900" indent="-342900">
              <a:buClr>
                <a:srgbClr val="00B5C8"/>
              </a:buClr>
              <a:buFontTx/>
              <a:buChar char="►"/>
            </a:pPr>
            <a:r>
              <a:rPr lang="en-US" b="1"/>
              <a:t>More Recent Data:</a:t>
            </a:r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/>
              <a:t>Multimedia Databases</a:t>
            </a:r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/>
              <a:t>Geographic Information Systems (GIS)</a:t>
            </a:r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/>
              <a:t>Biological and Genome Databases</a:t>
            </a:r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/>
              <a:t>Mobile databases</a:t>
            </a:r>
          </a:p>
          <a:p>
            <a:pPr marL="800100" lvl="1" indent="-342900">
              <a:buClr>
                <a:srgbClr val="00B5C8"/>
              </a:buClr>
              <a:buFont typeface="Wingdings" panose="05000000000000000000" pitchFamily="2" charset="2"/>
              <a:buChar char="§"/>
            </a:pPr>
            <a:r>
              <a:rPr lang="en-US"/>
              <a:t>Real time and Active Databases</a:t>
            </a:r>
            <a:br>
              <a:rPr lang="en-US"/>
            </a:br>
            <a:endParaRPr lang="en-US"/>
          </a:p>
          <a:p>
            <a:pPr marL="342900" lvl="0" indent="-342900">
              <a:spcBef>
                <a:spcPts val="1000"/>
              </a:spcBef>
              <a:buClr>
                <a:srgbClr val="00B5C8"/>
              </a:buClr>
              <a:buSzPct val="80000"/>
              <a:buFontTx/>
              <a:buChar char="►"/>
            </a:pPr>
            <a:endParaRPr lang="en-US" dirty="0">
              <a:solidFill>
                <a:srgbClr val="007D8B"/>
              </a:solidFill>
              <a:latin typeface="Trebuchet MS" panose="020B0603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266D0D-3AEA-F3CC-E18E-EF0E007F4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474" y="348948"/>
            <a:ext cx="10058400" cy="1450757"/>
          </a:xfrm>
        </p:spPr>
        <p:txBody>
          <a:bodyPr/>
          <a:lstStyle/>
          <a:p>
            <a:r>
              <a:rPr lang="en-US" sz="4800" b="1"/>
              <a:t>Types of Databases</a:t>
            </a:r>
            <a:br>
              <a:rPr lang="en-US" sz="4800" b="1"/>
            </a:br>
            <a:endParaRPr lang="en-US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477575-26FD-0325-F3F7-3EE8C998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Aisha Al-Sadi | HTU | Al Hussein Technical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CAD5FE-C6E1-BC81-3787-E88E7534E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55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25455" y="1673663"/>
            <a:ext cx="11234671" cy="3373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9CAC"/>
              </a:buClr>
              <a:buFont typeface="Arial" panose="020B0604020202020204" pitchFamily="34" charset="0"/>
              <a:buChar char="►"/>
            </a:pPr>
            <a:r>
              <a:rPr lang="en-US" dirty="0">
                <a:latin typeface="Calibri (Body)"/>
                <a:cs typeface="Arial" panose="020B0604020202020204" pitchFamily="34" charset="0"/>
              </a:rPr>
              <a:t>Central repository of shared data.</a:t>
            </a:r>
          </a:p>
          <a:p>
            <a:pPr marL="285750" indent="-285750">
              <a:lnSpc>
                <a:spcPct val="150000"/>
              </a:lnSpc>
              <a:buClr>
                <a:srgbClr val="009CAC"/>
              </a:buClr>
              <a:buFont typeface="Arial" panose="020B0604020202020204" pitchFamily="34" charset="0"/>
              <a:buChar char="►"/>
            </a:pPr>
            <a:r>
              <a:rPr lang="en-US" dirty="0">
                <a:latin typeface="Calibri (Body)"/>
                <a:cs typeface="Arial" panose="020B0604020202020204" pitchFamily="34" charset="0"/>
              </a:rPr>
              <a:t>Data is managed by a controlling agent.</a:t>
            </a:r>
          </a:p>
          <a:p>
            <a:pPr marL="285750" indent="-285750">
              <a:lnSpc>
                <a:spcPct val="150000"/>
              </a:lnSpc>
              <a:buClr>
                <a:srgbClr val="009CAC"/>
              </a:buClr>
              <a:buFont typeface="Arial" panose="020B0604020202020204" pitchFamily="34" charset="0"/>
              <a:buChar char="►"/>
            </a:pPr>
            <a:r>
              <a:rPr lang="en-US" dirty="0">
                <a:latin typeface="Calibri (Body)"/>
                <a:cs typeface="Arial" panose="020B0604020202020204" pitchFamily="34" charset="0"/>
              </a:rPr>
              <a:t>Stored in a standardized, convenient form.</a:t>
            </a:r>
          </a:p>
          <a:p>
            <a:pPr marL="285750" indent="-285750">
              <a:lnSpc>
                <a:spcPct val="150000"/>
              </a:lnSpc>
              <a:buClr>
                <a:srgbClr val="009CAC"/>
              </a:buClr>
              <a:buFont typeface="Arial" panose="020B0604020202020204" pitchFamily="34" charset="0"/>
              <a:buChar char="►"/>
            </a:pPr>
            <a:r>
              <a:rPr lang="en-US" dirty="0">
                <a:latin typeface="Calibri (Body)"/>
                <a:cs typeface="Arial" panose="020B0604020202020204" pitchFamily="34" charset="0"/>
              </a:rPr>
              <a:t>No redundant data.</a:t>
            </a:r>
          </a:p>
          <a:p>
            <a:pPr marL="285750" indent="-285750">
              <a:lnSpc>
                <a:spcPct val="150000"/>
              </a:lnSpc>
              <a:buClr>
                <a:srgbClr val="009CAC"/>
              </a:buClr>
              <a:buFont typeface="Arial" panose="020B0604020202020204" pitchFamily="34" charset="0"/>
              <a:buChar char="►"/>
            </a:pPr>
            <a:r>
              <a:rPr lang="en-US" dirty="0">
                <a:latin typeface="Calibri (Body)"/>
                <a:cs typeface="Arial" panose="020B0604020202020204" pitchFamily="34" charset="0"/>
              </a:rPr>
              <a:t>Data consistency because of the process of normalization.</a:t>
            </a:r>
          </a:p>
          <a:p>
            <a:pPr marL="285750" indent="-285750">
              <a:lnSpc>
                <a:spcPct val="150000"/>
              </a:lnSpc>
              <a:buClr>
                <a:srgbClr val="009CAC"/>
              </a:buClr>
              <a:buFont typeface="Arial" panose="020B0604020202020204" pitchFamily="34" charset="0"/>
              <a:buChar char="►"/>
            </a:pPr>
            <a:r>
              <a:rPr lang="en-US" dirty="0">
                <a:latin typeface="Calibri (Body)"/>
                <a:cs typeface="Arial" panose="020B0604020202020204" pitchFamily="34" charset="0"/>
              </a:rPr>
              <a:t>Security.</a:t>
            </a:r>
          </a:p>
          <a:p>
            <a:pPr marL="285750" indent="-285750">
              <a:lnSpc>
                <a:spcPct val="150000"/>
              </a:lnSpc>
              <a:buClr>
                <a:srgbClr val="009CAC"/>
              </a:buClr>
              <a:buFont typeface="Arial" panose="020B0604020202020204" pitchFamily="34" charset="0"/>
              <a:buChar char="►"/>
            </a:pPr>
            <a:r>
              <a:rPr lang="en-US" dirty="0">
                <a:latin typeface="Calibri (Body)"/>
                <a:cs typeface="Arial" panose="020B0604020202020204" pitchFamily="34" charset="0"/>
              </a:rPr>
              <a:t>This requires a </a:t>
            </a:r>
            <a:r>
              <a:rPr lang="en-US" b="1" dirty="0">
                <a:latin typeface="Calibri (Body)"/>
                <a:cs typeface="Arial" panose="020B0604020202020204" pitchFamily="34" charset="0"/>
              </a:rPr>
              <a:t>Database and Database Management System </a:t>
            </a:r>
            <a:r>
              <a:rPr lang="en-US" dirty="0">
                <a:latin typeface="Calibri (Body)"/>
                <a:cs typeface="Arial" panose="020B0604020202020204" pitchFamily="34" charset="0"/>
              </a:rPr>
              <a:t>(</a:t>
            </a:r>
            <a:r>
              <a:rPr lang="en-US" b="1" dirty="0">
                <a:latin typeface="Calibri (Body)"/>
                <a:cs typeface="Arial" panose="020B0604020202020204" pitchFamily="34" charset="0"/>
              </a:rPr>
              <a:t>DBMS</a:t>
            </a:r>
            <a:r>
              <a:rPr lang="en-US" dirty="0">
                <a:latin typeface="Calibri (Body)"/>
                <a:cs typeface="Arial" panose="020B0604020202020204" pitchFamily="34" charset="0"/>
              </a:rPr>
              <a:t>)</a:t>
            </a:r>
          </a:p>
          <a:p>
            <a:pPr marL="285750" indent="-285750">
              <a:lnSpc>
                <a:spcPct val="150000"/>
              </a:lnSpc>
              <a:buClr>
                <a:srgbClr val="009CAC"/>
              </a:buClr>
              <a:buFont typeface="Arial" panose="020B0604020202020204" pitchFamily="34" charset="0"/>
              <a:buChar char="►"/>
            </a:pPr>
            <a:endParaRPr lang="en-US" dirty="0">
              <a:latin typeface="Calibri (Body)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A4F8FF-66CF-8E24-8C65-387C0CF54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455" y="608721"/>
            <a:ext cx="10058400" cy="1450757"/>
          </a:xfrm>
        </p:spPr>
        <p:txBody>
          <a:bodyPr>
            <a:normAutofit/>
          </a:bodyPr>
          <a:lstStyle/>
          <a:p>
            <a:r>
              <a:rPr lang="en-US" sz="4800" b="1" dirty="0"/>
              <a:t>Database</a:t>
            </a:r>
            <a:br>
              <a:rPr lang="en-US" sz="4800" b="1" dirty="0"/>
            </a:br>
            <a:endParaRPr lang="en-US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FDCA08-8416-E232-981F-9A7305175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Aisha Al-Sadi | HTU | Al Hussein Technical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87D5B5-620C-09F5-C9E2-933D9D5C3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062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5">
            <a:extLst>
              <a:ext uri="{FF2B5EF4-FFF2-40B4-BE49-F238E27FC236}">
                <a16:creationId xmlns:a16="http://schemas.microsoft.com/office/drawing/2014/main" id="{EE76D3F7-D9B9-412E-B1BB-37CCFFBDC745}"/>
              </a:ext>
            </a:extLst>
          </p:cNvPr>
          <p:cNvGrpSpPr>
            <a:grpSpLocks/>
          </p:cNvGrpSpPr>
          <p:nvPr/>
        </p:nvGrpSpPr>
        <p:grpSpPr bwMode="auto">
          <a:xfrm>
            <a:off x="1554284" y="1799062"/>
            <a:ext cx="8674100" cy="2136789"/>
            <a:chOff x="367" y="484"/>
            <a:chExt cx="4890" cy="1340"/>
          </a:xfrm>
        </p:grpSpPr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E89784FF-F11D-41AC-BAE8-54F5906CB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9" y="484"/>
              <a:ext cx="1248" cy="37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200" dirty="0">
                  <a:latin typeface="Calibri (Body)"/>
                </a:rPr>
                <a:t>Registration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522231D3-8930-4FC6-89B5-2EEB5A2B6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8" y="503"/>
              <a:ext cx="1248" cy="37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>
                  <a:latin typeface="Calibri (Body)"/>
                </a:rPr>
                <a:t>Examination</a:t>
              </a: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8E010589-01CF-400D-98F7-9D7CFB630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1104" cy="672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2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200" b="1" dirty="0">
                  <a:latin typeface="Calibri (Body)"/>
                </a:rPr>
                <a:t>Library</a:t>
              </a:r>
            </a:p>
            <a:p>
              <a:pPr algn="ctr"/>
              <a:r>
                <a:rPr lang="en-US" altLang="en-US" sz="2200" b="1" dirty="0">
                  <a:latin typeface="Calibri (Body)"/>
                </a:rPr>
                <a:t>Applications</a:t>
              </a: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E296736E-4C1A-42D5-B774-E38131BEB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" y="486"/>
              <a:ext cx="1248" cy="37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200" dirty="0">
                  <a:latin typeface="Calibri (Body)"/>
                </a:rPr>
                <a:t>Library</a:t>
              </a:r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170B230C-5019-444B-98DF-DD19223D44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0" y="8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33A43655-CF23-4ED3-B199-CA94A34B7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152"/>
              <a:ext cx="1104" cy="672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2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200" b="1" dirty="0">
                  <a:latin typeface="Calibri (Body)"/>
                </a:rPr>
                <a:t>Examination</a:t>
              </a:r>
            </a:p>
            <a:p>
              <a:pPr algn="ctr"/>
              <a:r>
                <a:rPr lang="en-US" altLang="en-US" sz="2200" b="1" dirty="0">
                  <a:latin typeface="Calibri (Body)"/>
                </a:rPr>
                <a:t>Applications</a:t>
              </a:r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1CBBC967-7B88-4F21-A500-7538381FB4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8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B371F60C-98B8-4181-9218-8A656E796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1152"/>
              <a:ext cx="1104" cy="672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2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200" b="1" dirty="0">
                  <a:latin typeface="Calibri (Body)"/>
                </a:rPr>
                <a:t>Registration</a:t>
              </a:r>
            </a:p>
            <a:p>
              <a:pPr algn="ctr"/>
              <a:r>
                <a:rPr lang="en-US" altLang="en-US" sz="2200" b="1" dirty="0">
                  <a:latin typeface="Calibri (Body)"/>
                </a:rPr>
                <a:t>Applications</a:t>
              </a:r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DE3D9971-3BC3-462D-A598-DE54B0F7B8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8" y="8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5">
            <a:extLst>
              <a:ext uri="{FF2B5EF4-FFF2-40B4-BE49-F238E27FC236}">
                <a16:creationId xmlns:a16="http://schemas.microsoft.com/office/drawing/2014/main" id="{C8A124E8-6205-4DDA-9A92-89C381E08966}"/>
              </a:ext>
            </a:extLst>
          </p:cNvPr>
          <p:cNvGrpSpPr>
            <a:grpSpLocks/>
          </p:cNvGrpSpPr>
          <p:nvPr/>
        </p:nvGrpSpPr>
        <p:grpSpPr bwMode="auto">
          <a:xfrm>
            <a:off x="2687759" y="3958076"/>
            <a:ext cx="6470650" cy="1256866"/>
            <a:chOff x="1008" y="1824"/>
            <a:chExt cx="3648" cy="789"/>
          </a:xfrm>
        </p:grpSpPr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3BD2C416-9242-4133-A7BB-F553B1ADAD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824"/>
              <a:ext cx="1232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Text Box 17" descr="Purple mesh">
              <a:extLst>
                <a:ext uri="{FF2B5EF4-FFF2-40B4-BE49-F238E27FC236}">
                  <a16:creationId xmlns:a16="http://schemas.microsoft.com/office/drawing/2014/main" id="{57648730-5A52-40F4-A63E-0ACFB209DE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1" y="2130"/>
              <a:ext cx="2016" cy="483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200" b="1" dirty="0">
                  <a:solidFill>
                    <a:srgbClr val="FFFFFF"/>
                  </a:solidFill>
                  <a:latin typeface="Calibri (Body)"/>
                </a:rPr>
                <a:t>Database </a:t>
              </a:r>
            </a:p>
            <a:p>
              <a:pPr algn="ctr"/>
              <a:r>
                <a:rPr lang="en-US" altLang="en-US" sz="2200" b="1" dirty="0">
                  <a:solidFill>
                    <a:srgbClr val="FFFFFF"/>
                  </a:solidFill>
                  <a:latin typeface="Calibri (Body)"/>
                </a:rPr>
                <a:t>Management System</a:t>
              </a:r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E1A08EED-8B0A-4823-9343-3666D8657C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82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CFD8C407-D95E-4D63-B07C-6A21D2549D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17" y="1824"/>
              <a:ext cx="1039" cy="2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0">
            <a:extLst>
              <a:ext uri="{FF2B5EF4-FFF2-40B4-BE49-F238E27FC236}">
                <a16:creationId xmlns:a16="http://schemas.microsoft.com/office/drawing/2014/main" id="{88CF1992-42C1-4626-AA89-60DCD7B70518}"/>
              </a:ext>
            </a:extLst>
          </p:cNvPr>
          <p:cNvGrpSpPr>
            <a:grpSpLocks/>
          </p:cNvGrpSpPr>
          <p:nvPr/>
        </p:nvGrpSpPr>
        <p:grpSpPr bwMode="auto">
          <a:xfrm>
            <a:off x="4642337" y="5236744"/>
            <a:ext cx="2833163" cy="1574130"/>
            <a:chOff x="2544" y="2736"/>
            <a:chExt cx="816" cy="989"/>
          </a:xfrm>
        </p:grpSpPr>
        <p:sp>
          <p:nvSpPr>
            <p:cNvPr id="23" name="AutoShape 21">
              <a:extLst>
                <a:ext uri="{FF2B5EF4-FFF2-40B4-BE49-F238E27FC236}">
                  <a16:creationId xmlns:a16="http://schemas.microsoft.com/office/drawing/2014/main" id="{B01CA4F6-3821-4F2D-AB6C-1FC29E895B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976"/>
              <a:ext cx="816" cy="749"/>
            </a:xfrm>
            <a:prstGeom prst="can">
              <a:avLst>
                <a:gd name="adj" fmla="val 27911"/>
              </a:avLst>
            </a:pr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b="1" dirty="0">
                  <a:latin typeface="Calibri (Body)"/>
                </a:rPr>
                <a:t>University </a:t>
              </a:r>
            </a:p>
            <a:p>
              <a:pPr algn="ctr" eaLnBrk="1" hangingPunct="1"/>
              <a:r>
                <a:rPr lang="en-US" altLang="en-US" b="1" dirty="0">
                  <a:latin typeface="Calibri (Body)"/>
                </a:rPr>
                <a:t>Students Database</a:t>
              </a:r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500F10F9-9FE0-4B8A-BFD6-9FCE697482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736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A0E4894-5996-45B6-8AD3-237703ED9CDF}"/>
              </a:ext>
            </a:extLst>
          </p:cNvPr>
          <p:cNvSpPr txBox="1"/>
          <p:nvPr/>
        </p:nvSpPr>
        <p:spPr>
          <a:xfrm>
            <a:off x="8242835" y="5595451"/>
            <a:ext cx="26344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Data Independence</a:t>
            </a:r>
          </a:p>
          <a:p>
            <a:r>
              <a:rPr lang="en-US" b="1" dirty="0"/>
              <a:t>Better Data Integrity</a:t>
            </a:r>
          </a:p>
          <a:p>
            <a:endParaRPr lang="en-US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CF7D16-F307-4C0E-91EA-CFB88AE9B23B}"/>
              </a:ext>
            </a:extLst>
          </p:cNvPr>
          <p:cNvSpPr txBox="1"/>
          <p:nvPr/>
        </p:nvSpPr>
        <p:spPr>
          <a:xfrm>
            <a:off x="1240549" y="5559735"/>
            <a:ext cx="26344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Data Sharing</a:t>
            </a:r>
          </a:p>
          <a:p>
            <a:r>
              <a:rPr lang="en-US" b="1" dirty="0"/>
              <a:t>Controlled Redundancy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1AE6B3-6868-3BA8-6BE6-B1C46F8A4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182" y="274832"/>
            <a:ext cx="10058400" cy="1450757"/>
          </a:xfrm>
        </p:spPr>
        <p:txBody>
          <a:bodyPr/>
          <a:lstStyle/>
          <a:p>
            <a:r>
              <a:rPr lang="en-US" sz="4800" b="1" dirty="0"/>
              <a:t>Advantages of Database Approach</a:t>
            </a:r>
            <a:br>
              <a:rPr lang="en-US" sz="4800" b="1" dirty="0"/>
            </a:br>
            <a:endParaRPr lang="en-US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02C694-F620-7012-60D8-17B67159D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Aisha Al-Sadi | HTU | Al Hussein Technical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DCFC3-BD86-793D-6704-89894037B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38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25860" y="1337983"/>
            <a:ext cx="9995014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ts val="1000"/>
              </a:spcBef>
              <a:buClr>
                <a:srgbClr val="00B5C8"/>
              </a:buClr>
              <a:buSzPct val="80000"/>
              <a:buFontTx/>
              <a:buChar char="►"/>
            </a:pPr>
            <a:endParaRPr lang="en-US" b="1" dirty="0">
              <a:solidFill>
                <a:srgbClr val="007D8B"/>
              </a:solidFill>
              <a:latin typeface="Trebuchet MS" panose="020B0603020202020204"/>
            </a:endParaRPr>
          </a:p>
          <a:p>
            <a:pPr marL="342900" indent="-342900">
              <a:buClr>
                <a:srgbClr val="00B5C8"/>
              </a:buClr>
              <a:buFontTx/>
              <a:buChar char="►"/>
            </a:pPr>
            <a:r>
              <a:rPr lang="en-US" b="1" dirty="0"/>
              <a:t>DBMS</a:t>
            </a:r>
            <a:r>
              <a:rPr lang="en-US" dirty="0"/>
              <a:t> stands for </a:t>
            </a:r>
            <a:r>
              <a:rPr lang="en-US" u="sng" dirty="0">
                <a:solidFill>
                  <a:srgbClr val="007D8B"/>
                </a:solidFill>
              </a:rPr>
              <a:t>D</a:t>
            </a:r>
            <a:r>
              <a:rPr lang="en-US" dirty="0">
                <a:solidFill>
                  <a:srgbClr val="007D8B"/>
                </a:solidFill>
              </a:rPr>
              <a:t>atabase </a:t>
            </a:r>
            <a:r>
              <a:rPr lang="en-US" u="sng" dirty="0">
                <a:solidFill>
                  <a:srgbClr val="007D8B"/>
                </a:solidFill>
              </a:rPr>
              <a:t>M</a:t>
            </a:r>
            <a:r>
              <a:rPr lang="en-US" dirty="0">
                <a:solidFill>
                  <a:srgbClr val="007D8B"/>
                </a:solidFill>
              </a:rPr>
              <a:t>anagement </a:t>
            </a:r>
            <a:r>
              <a:rPr lang="en-US" u="sng" dirty="0">
                <a:solidFill>
                  <a:srgbClr val="007D8B"/>
                </a:solidFill>
              </a:rPr>
              <a:t>S</a:t>
            </a:r>
            <a:r>
              <a:rPr lang="en-US" dirty="0">
                <a:solidFill>
                  <a:srgbClr val="007D8B"/>
                </a:solidFill>
              </a:rPr>
              <a:t>ystem</a:t>
            </a:r>
            <a:r>
              <a:rPr lang="en-US" dirty="0"/>
              <a:t>.</a:t>
            </a:r>
          </a:p>
          <a:p>
            <a:pPr marL="342900" indent="-342900">
              <a:buClr>
                <a:srgbClr val="00B5C8"/>
              </a:buClr>
              <a:buFontTx/>
              <a:buChar char="►"/>
            </a:pP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Database Management System is basically software that manages the collection of related data. It is used for storing data and retrieving the data effectively when it is needed. </a:t>
            </a:r>
            <a:endParaRPr lang="en-US" b="1" dirty="0"/>
          </a:p>
          <a:p>
            <a:pPr marL="342900" indent="-342900">
              <a:buClr>
                <a:srgbClr val="00B5C8"/>
              </a:buClr>
              <a:buFontTx/>
              <a:buChar char="►"/>
            </a:pPr>
            <a:endParaRPr lang="en-US" b="1" dirty="0"/>
          </a:p>
          <a:p>
            <a:pPr marL="342900" indent="-342900">
              <a:buClr>
                <a:srgbClr val="00B5C8"/>
              </a:buClr>
              <a:buFontTx/>
              <a:buChar char="►"/>
            </a:pPr>
            <a:r>
              <a:rPr lang="en-US" b="1" dirty="0"/>
              <a:t>What is the need of DBMS (Functionality):</a:t>
            </a:r>
          </a:p>
          <a:p>
            <a:pPr marL="800100" lvl="1" indent="-342900">
              <a:buClr>
                <a:srgbClr val="00B5C8"/>
              </a:buClr>
              <a:buFontTx/>
              <a:buChar char="►"/>
            </a:pPr>
            <a:r>
              <a:rPr lang="en-US" dirty="0"/>
              <a:t>Define a particular database in terms of its data types, structures, and constraints</a:t>
            </a:r>
          </a:p>
          <a:p>
            <a:pPr marL="800100" lvl="1" indent="-342900">
              <a:buClr>
                <a:srgbClr val="00B5C8"/>
              </a:buClr>
              <a:buFontTx/>
              <a:buChar char="►"/>
            </a:pPr>
            <a:r>
              <a:rPr lang="en-US" dirty="0"/>
              <a:t>Construct or Load the initial database contents on a secondary storage medium</a:t>
            </a:r>
          </a:p>
          <a:p>
            <a:pPr marL="800100" lvl="1" indent="-342900">
              <a:buClr>
                <a:srgbClr val="00B5C8"/>
              </a:buClr>
              <a:buFontTx/>
              <a:buChar char="►"/>
            </a:pPr>
            <a:r>
              <a:rPr lang="en-US" dirty="0"/>
              <a:t>Manipulating the database:</a:t>
            </a:r>
          </a:p>
          <a:p>
            <a:pPr marL="1257300" lvl="2" indent="-342900">
              <a:buClr>
                <a:srgbClr val="00B5C8"/>
              </a:buClr>
              <a:buFontTx/>
              <a:buChar char="►"/>
            </a:pPr>
            <a:r>
              <a:rPr lang="en-US" b="1" dirty="0"/>
              <a:t>Retrieval</a:t>
            </a:r>
            <a:r>
              <a:rPr lang="en-US" dirty="0"/>
              <a:t>: Querying, generating reports</a:t>
            </a:r>
          </a:p>
          <a:p>
            <a:pPr marL="1257300" lvl="2" indent="-342900">
              <a:buClr>
                <a:srgbClr val="00B5C8"/>
              </a:buClr>
              <a:buFontTx/>
              <a:buChar char="►"/>
            </a:pPr>
            <a:r>
              <a:rPr lang="en-US" b="1" dirty="0"/>
              <a:t>Modification</a:t>
            </a:r>
            <a:r>
              <a:rPr lang="en-US" dirty="0"/>
              <a:t>: Insertions, deletions and updates to its content</a:t>
            </a:r>
          </a:p>
          <a:p>
            <a:pPr marL="1257300" lvl="2" indent="-342900">
              <a:buClr>
                <a:srgbClr val="00B5C8"/>
              </a:buClr>
              <a:buFontTx/>
              <a:buChar char="►"/>
            </a:pPr>
            <a:r>
              <a:rPr lang="en-US" dirty="0"/>
              <a:t>Accessing the database through Web applications</a:t>
            </a:r>
          </a:p>
          <a:p>
            <a:pPr marL="1257300" lvl="2" indent="-342900">
              <a:buClr>
                <a:srgbClr val="00B5C8"/>
              </a:buClr>
              <a:buFontTx/>
              <a:buChar char="►"/>
            </a:pPr>
            <a:r>
              <a:rPr lang="en-US" dirty="0"/>
              <a:t>Processing and Sharing by a set of concurrent users and application programs – yet, keeping all data valid and consistent</a:t>
            </a:r>
          </a:p>
          <a:p>
            <a:pPr marL="342900" indent="-342900">
              <a:buClr>
                <a:srgbClr val="00B5C8"/>
              </a:buClr>
              <a:buFontTx/>
              <a:buChar char="►"/>
            </a:pPr>
            <a:endParaRPr lang="en-US" dirty="0"/>
          </a:p>
          <a:p>
            <a:pPr marL="342900" indent="-342900">
              <a:buClr>
                <a:srgbClr val="00B5C8"/>
              </a:buClr>
              <a:buFontTx/>
              <a:buChar char="►"/>
            </a:pPr>
            <a:r>
              <a:rPr lang="en-US" b="1" dirty="0"/>
              <a:t>Additional DBMS Functionality</a:t>
            </a:r>
          </a:p>
          <a:p>
            <a:pPr marL="742950" lvl="1" indent="-285750">
              <a:buClr>
                <a:srgbClr val="00B5C8"/>
              </a:buClr>
              <a:buFont typeface="Arial" panose="020B0604020202020204" pitchFamily="34" charset="0"/>
              <a:buChar char="•"/>
            </a:pPr>
            <a:r>
              <a:rPr lang="en-US" dirty="0"/>
              <a:t>Protection or Security measures to prevent unauthorized access.</a:t>
            </a:r>
          </a:p>
          <a:p>
            <a:pPr marL="742950" lvl="1" indent="-285750">
              <a:buClr>
                <a:srgbClr val="00B5C8"/>
              </a:buClr>
              <a:buFont typeface="Arial" panose="020B0604020202020204" pitchFamily="34" charset="0"/>
              <a:buChar char="•"/>
            </a:pPr>
            <a:r>
              <a:rPr lang="en-US" dirty="0"/>
              <a:t>Presentation and Visualization of data.</a:t>
            </a:r>
          </a:p>
          <a:p>
            <a:pPr marL="742950" lvl="1" indent="-285750">
              <a:buClr>
                <a:srgbClr val="00B5C8"/>
              </a:buClr>
              <a:buFont typeface="Arial" panose="020B0604020202020204" pitchFamily="34" charset="0"/>
              <a:buChar char="•"/>
            </a:pPr>
            <a:r>
              <a:rPr lang="en-US" dirty="0"/>
              <a:t>Maintenance of the database.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DB6344-B1F2-D722-8A9D-4C2643682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474" y="274377"/>
            <a:ext cx="10058400" cy="1450757"/>
          </a:xfrm>
        </p:spPr>
        <p:txBody>
          <a:bodyPr/>
          <a:lstStyle/>
          <a:p>
            <a:r>
              <a:rPr lang="en-US" sz="4800" b="1" dirty="0"/>
              <a:t>Database Management System</a:t>
            </a:r>
            <a:br>
              <a:rPr lang="en-US" sz="4800" b="1" dirty="0"/>
            </a:br>
            <a:endParaRPr lang="en-US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1AE74B-D16B-A5DD-C321-C466E960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Aisha Al-Sadi | HTU | Al Hussein Technical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1CC58-ECE7-D493-B29D-11276C5F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84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94FD2-A19B-26A8-DCB8-8E0B4D446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70" y="394977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/>
              <a:t>Advantages of DBMS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8BFF93-55CA-D228-2920-E212C011E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Aisha Al-Sadi | HTU | Al Hussein Technical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4EA65E-1986-FFAE-2884-C944B81B1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10</a:t>
            </a:fld>
            <a:endParaRPr lang="en-US"/>
          </a:p>
        </p:txBody>
      </p:sp>
      <p:pic>
        <p:nvPicPr>
          <p:cNvPr id="8" name="Graphic 7" descr="Database">
            <a:extLst>
              <a:ext uri="{FF2B5EF4-FFF2-40B4-BE49-F238E27FC236}">
                <a16:creationId xmlns:a16="http://schemas.microsoft.com/office/drawing/2014/main" id="{DDC9ED55-D04B-8DF2-D183-61153C2BC8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432" y="2104325"/>
            <a:ext cx="3094997" cy="309499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39733" y="1845734"/>
            <a:ext cx="6515947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►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Controlling Data Redundancy 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►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Sharing of Data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►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Consistency 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►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Integration of Data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►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Integration Constraints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►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Secure – Each user has a different set of access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►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Restricting unauthorized access to data. Only the DBA staff uses privileged commands and facilities.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►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Atomicity (</a:t>
            </a:r>
            <a:r>
              <a:rPr lang="en-US" sz="15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An atomic transaction is an indivisible and irreducible series of database operations such that either all occurs, or nothing occurs. 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►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 Over Concurrency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►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Backup and Recovery Procedures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►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Providing Storage Structures (e.g., indexes) for efficient Query Processing.</a:t>
            </a:r>
          </a:p>
        </p:txBody>
      </p:sp>
    </p:spTree>
    <p:extLst>
      <p:ext uri="{BB962C8B-B14F-4D97-AF65-F5344CB8AC3E}">
        <p14:creationId xmlns:p14="http://schemas.microsoft.com/office/powerpoint/2010/main" val="4221157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1094" y="1719797"/>
            <a:ext cx="10543592" cy="4204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9CAC"/>
              </a:buClr>
              <a:buFont typeface="Arial" panose="020B0604020202020204" pitchFamily="34" charset="0"/>
              <a:buChar char="►"/>
            </a:pPr>
            <a:r>
              <a:rPr lang="en-US" b="1" dirty="0">
                <a:solidFill>
                  <a:srgbClr val="009CAC"/>
                </a:solidFill>
                <a:latin typeface="Calibri (Body)"/>
                <a:cs typeface="Arial" panose="020B0604020202020204" pitchFamily="34" charset="0"/>
              </a:rPr>
              <a:t>RDBMS</a:t>
            </a:r>
            <a:r>
              <a:rPr lang="en-US" dirty="0">
                <a:latin typeface="Calibri (Body)"/>
                <a:cs typeface="Arial" panose="020B0604020202020204" pitchFamily="34" charset="0"/>
              </a:rPr>
              <a:t> stands for relational database management system. </a:t>
            </a:r>
          </a:p>
          <a:p>
            <a:pPr marL="285750" indent="-285750">
              <a:lnSpc>
                <a:spcPct val="150000"/>
              </a:lnSpc>
              <a:buClr>
                <a:srgbClr val="009CAC"/>
              </a:buClr>
              <a:buFont typeface="Arial" panose="020B0604020202020204" pitchFamily="34" charset="0"/>
              <a:buChar char="►"/>
            </a:pPr>
            <a:r>
              <a:rPr lang="en-US" b="1" dirty="0">
                <a:solidFill>
                  <a:srgbClr val="009CAC"/>
                </a:solidFill>
                <a:latin typeface="Calibri (Body)"/>
                <a:cs typeface="Arial" panose="020B0604020202020204" pitchFamily="34" charset="0"/>
              </a:rPr>
              <a:t>RDBMS</a:t>
            </a:r>
            <a:r>
              <a:rPr lang="en-US" dirty="0">
                <a:latin typeface="Calibri (Body)"/>
                <a:cs typeface="Arial" panose="020B0604020202020204" pitchFamily="34" charset="0"/>
              </a:rPr>
              <a:t> is a database management system (DBMS) that is based on the relational model.</a:t>
            </a:r>
          </a:p>
          <a:p>
            <a:pPr marL="285750" indent="-285750">
              <a:lnSpc>
                <a:spcPct val="150000"/>
              </a:lnSpc>
              <a:buClr>
                <a:srgbClr val="009CAC"/>
              </a:buClr>
              <a:buFont typeface="Arial" panose="020B0604020202020204" pitchFamily="34" charset="0"/>
              <a:buChar char="►"/>
            </a:pPr>
            <a:r>
              <a:rPr lang="en-US" dirty="0">
                <a:latin typeface="Calibri (Body)"/>
                <a:cs typeface="Arial" panose="020B0604020202020204" pitchFamily="34" charset="0"/>
              </a:rPr>
              <a:t>The data in </a:t>
            </a:r>
            <a:r>
              <a:rPr lang="en-US" b="1" dirty="0">
                <a:solidFill>
                  <a:srgbClr val="009CAC"/>
                </a:solidFill>
                <a:latin typeface="Calibri (Body)"/>
                <a:cs typeface="Arial" panose="020B0604020202020204" pitchFamily="34" charset="0"/>
              </a:rPr>
              <a:t>RDBMS</a:t>
            </a:r>
            <a:r>
              <a:rPr lang="en-US" dirty="0">
                <a:latin typeface="Calibri (Body)"/>
                <a:cs typeface="Arial" panose="020B0604020202020204" pitchFamily="34" charset="0"/>
              </a:rPr>
              <a:t> is stored in database objects called </a:t>
            </a:r>
            <a:r>
              <a:rPr lang="en-US" b="1" dirty="0">
                <a:solidFill>
                  <a:srgbClr val="009CAC"/>
                </a:solidFill>
                <a:latin typeface="Calibri (Body)"/>
                <a:cs typeface="Arial" panose="020B0604020202020204" pitchFamily="34" charset="0"/>
              </a:rPr>
              <a:t>tables</a:t>
            </a:r>
            <a:r>
              <a:rPr lang="en-US" dirty="0">
                <a:latin typeface="Calibri (Body)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>
                <a:srgbClr val="009CAC"/>
              </a:buClr>
              <a:buFont typeface="Arial" panose="020B0604020202020204" pitchFamily="34" charset="0"/>
              <a:buChar char="►"/>
            </a:pPr>
            <a:r>
              <a:rPr lang="en-US" dirty="0">
                <a:latin typeface="Calibri (Body)"/>
                <a:cs typeface="Arial" panose="020B0604020202020204" pitchFamily="34" charset="0"/>
              </a:rPr>
              <a:t> A table is a collection of related data entries, and it consists of columns and rows.</a:t>
            </a:r>
          </a:p>
          <a:p>
            <a:pPr marL="285750" indent="-285750">
              <a:lnSpc>
                <a:spcPct val="150000"/>
              </a:lnSpc>
              <a:buClr>
                <a:srgbClr val="009CAC"/>
              </a:buClr>
              <a:buFont typeface="Arial" panose="020B0604020202020204" pitchFamily="34" charset="0"/>
              <a:buChar char="►"/>
            </a:pPr>
            <a:r>
              <a:rPr lang="en-US" b="1" dirty="0">
                <a:solidFill>
                  <a:srgbClr val="009CAC"/>
                </a:solidFill>
                <a:latin typeface="Calibri (Body)"/>
                <a:cs typeface="Arial" panose="020B0604020202020204" pitchFamily="34" charset="0"/>
              </a:rPr>
              <a:t>RDBMS</a:t>
            </a:r>
            <a:r>
              <a:rPr lang="en-US" dirty="0">
                <a:latin typeface="Calibri (Body)"/>
                <a:cs typeface="Arial" panose="020B0604020202020204" pitchFamily="34" charset="0"/>
              </a:rPr>
              <a:t> is a program that lets you create, update, query and administer a  Relational database.</a:t>
            </a:r>
          </a:p>
          <a:p>
            <a:pPr marL="285750" indent="-285750">
              <a:lnSpc>
                <a:spcPct val="150000"/>
              </a:lnSpc>
              <a:buClr>
                <a:srgbClr val="009CAC"/>
              </a:buClr>
              <a:buFont typeface="Arial" panose="020B0604020202020204" pitchFamily="34" charset="0"/>
              <a:buChar char="►"/>
            </a:pPr>
            <a:r>
              <a:rPr lang="en-US" b="1" dirty="0">
                <a:solidFill>
                  <a:srgbClr val="009CAC"/>
                </a:solidFill>
                <a:latin typeface="Calibri (Body)"/>
                <a:cs typeface="Arial" panose="020B0604020202020204" pitchFamily="34" charset="0"/>
              </a:rPr>
              <a:t>RDBMS</a:t>
            </a:r>
            <a:r>
              <a:rPr lang="en-US" dirty="0">
                <a:latin typeface="Calibri (Body)"/>
                <a:cs typeface="Arial" panose="020B0604020202020204" pitchFamily="34" charset="0"/>
              </a:rPr>
              <a:t> is the basis for SQL, and for all modern database systems like MS SQL Server, IBM DB2, Oracle, MySQL, and Microsoft Access.</a:t>
            </a:r>
          </a:p>
          <a:p>
            <a:pPr marL="285750" indent="-285750">
              <a:lnSpc>
                <a:spcPct val="150000"/>
              </a:lnSpc>
              <a:buClr>
                <a:srgbClr val="009CAC"/>
              </a:buClr>
              <a:buFont typeface="Arial" panose="020B0604020202020204" pitchFamily="34" charset="0"/>
              <a:buChar char="►"/>
            </a:pPr>
            <a:r>
              <a:rPr lang="en-US" b="1" dirty="0">
                <a:solidFill>
                  <a:srgbClr val="009CAC"/>
                </a:solidFill>
                <a:latin typeface="Calibri (Body)"/>
                <a:cs typeface="Arial" panose="020B0604020202020204" pitchFamily="34" charset="0"/>
              </a:rPr>
              <a:t>RDBMS</a:t>
            </a:r>
            <a:r>
              <a:rPr lang="en-US" dirty="0">
                <a:latin typeface="Calibri (Body)"/>
                <a:cs typeface="Arial" panose="020B0604020202020204" pitchFamily="34" charset="0"/>
              </a:rPr>
              <a:t> provides consistency, integrity and security of the data it holds and as such the reliability and robustness of the relational database it looks after.</a:t>
            </a:r>
          </a:p>
          <a:p>
            <a:pPr marL="285750" indent="-285750">
              <a:lnSpc>
                <a:spcPct val="150000"/>
              </a:lnSpc>
              <a:buClr>
                <a:srgbClr val="009CAC"/>
              </a:buClr>
              <a:buFont typeface="Arial" panose="020B0604020202020204" pitchFamily="34" charset="0"/>
              <a:buChar char="►"/>
            </a:pPr>
            <a:endParaRPr lang="en-US" dirty="0">
              <a:latin typeface="Calibri (Body)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918F5B-6F3F-2894-2E33-454C3121C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094" y="269040"/>
            <a:ext cx="10058400" cy="1450757"/>
          </a:xfrm>
        </p:spPr>
        <p:txBody>
          <a:bodyPr>
            <a:normAutofit/>
          </a:bodyPr>
          <a:lstStyle/>
          <a:p>
            <a:r>
              <a:rPr lang="en-US" sz="4800" b="1" dirty="0"/>
              <a:t>Relational Database Management System (RDBMS)</a:t>
            </a:r>
            <a:endParaRPr lang="en-US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06E2C-8154-F6DD-6AA2-C7EB2BD86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Aisha Al-Sadi | HTU | Al Hussein Technical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B518CA-BFA8-8F40-9230-E28B3B9F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53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9B093-4C86-8957-F9FB-EA5DC3A05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Relational Database Management System (RDBMS)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42A6F7-2A7A-F2D2-4509-606ED7841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Eng. Aisha Al-Sadi | HTU | Al Hussein Technical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836CE-8DE8-F05F-8C6C-50514742B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1024372"/>
            <a:ext cx="6912217" cy="428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412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57330" y="1542378"/>
            <a:ext cx="1079002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009CAC"/>
              </a:buClr>
              <a:buFont typeface="Arial" panose="020B0604020202020204" pitchFamily="34" charset="0"/>
              <a:buChar char="►"/>
            </a:pPr>
            <a:r>
              <a:rPr lang="en-US" dirty="0"/>
              <a:t>A</a:t>
            </a:r>
            <a:r>
              <a:rPr lang="en-US" dirty="0">
                <a:solidFill>
                  <a:schemeClr val="accent1"/>
                </a:solidFill>
              </a:rPr>
              <a:t> </a:t>
            </a:r>
            <a:r>
              <a:rPr lang="en-US" b="1" dirty="0">
                <a:solidFill>
                  <a:srgbClr val="009CAC"/>
                </a:solidFill>
              </a:rPr>
              <a:t>Data Model</a:t>
            </a:r>
            <a:r>
              <a:rPr lang="en-US" dirty="0"/>
              <a:t> is a logical structure of Database. It describes the design of database to reflect entities, attributes, relationship among data, constrains etc.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buClr>
                <a:srgbClr val="009CAC"/>
              </a:buClr>
              <a:buFont typeface="Arial" panose="020B0604020202020204" pitchFamily="34" charset="0"/>
              <a:buChar char="►"/>
            </a:pPr>
            <a:r>
              <a:rPr lang="en-US" b="1" dirty="0"/>
              <a:t>Data Models Types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Object based logical Models – Describe data at the conceptual and view levels.</a:t>
            </a:r>
          </a:p>
          <a:p>
            <a:pPr marL="742950" lvl="1" indent="-285750">
              <a:buClr>
                <a:srgbClr val="009CAC"/>
              </a:buClr>
              <a:buFont typeface="Arial" panose="020B0604020202020204" pitchFamily="34" charset="0"/>
              <a:buChar char="•"/>
            </a:pPr>
            <a:r>
              <a:rPr lang="en-US" b="1" dirty="0"/>
              <a:t>Entity Relationship model</a:t>
            </a:r>
            <a:r>
              <a:rPr lang="en-US" dirty="0"/>
              <a:t> (</a:t>
            </a:r>
            <a:r>
              <a:rPr lang="en-US" b="1" dirty="0">
                <a:solidFill>
                  <a:srgbClr val="009CAC"/>
                </a:solidFill>
              </a:rPr>
              <a:t>ER model; </a:t>
            </a:r>
            <a:r>
              <a:rPr lang="en-US" dirty="0"/>
              <a:t>To be discussed through the semester)</a:t>
            </a:r>
          </a:p>
          <a:p>
            <a:pPr lvl="1">
              <a:buClr>
                <a:srgbClr val="009CAC"/>
              </a:buClr>
            </a:pPr>
            <a:endParaRPr lang="en-US" b="1" dirty="0"/>
          </a:p>
          <a:p>
            <a:pPr lvl="1">
              <a:buClr>
                <a:srgbClr val="009CAC"/>
              </a:buClr>
            </a:pPr>
            <a:endParaRPr lang="en-US" b="1" dirty="0"/>
          </a:p>
          <a:p>
            <a:pPr>
              <a:buClr>
                <a:srgbClr val="009CAC"/>
              </a:buClr>
            </a:pP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8AC9672-B30C-E43C-198A-28B4BD035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Data Models</a:t>
            </a:r>
            <a:br>
              <a:rPr lang="en-US" sz="4800" b="1" i="0" dirty="0"/>
            </a:br>
            <a:endParaRPr lang="en-US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5E42CC-4BC3-29DD-90C5-E6A09C74F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Eng. Aisha Al-Sadi | HTU | Al Hussein Technical University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650295-4181-A41E-EF44-007E75FEA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5E4840-1167-7A7D-3DB0-B623AAAF9070}"/>
              </a:ext>
            </a:extLst>
          </p:cNvPr>
          <p:cNvSpPr txBox="1"/>
          <p:nvPr/>
        </p:nvSpPr>
        <p:spPr>
          <a:xfrm>
            <a:off x="863302" y="3677916"/>
            <a:ext cx="60942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Clr>
                <a:srgbClr val="009CAC"/>
              </a:buClr>
            </a:pPr>
            <a:r>
              <a:rPr lang="en-US" b="1" dirty="0"/>
              <a:t>Other Models:</a:t>
            </a:r>
          </a:p>
          <a:p>
            <a:pPr marL="742950" lvl="1" indent="-285750">
              <a:buClr>
                <a:srgbClr val="009CAC"/>
              </a:buClr>
              <a:buFont typeface="Arial" panose="020B0604020202020204" pitchFamily="34" charset="0"/>
              <a:buChar char="•"/>
            </a:pPr>
            <a:r>
              <a:rPr lang="en-US" dirty="0"/>
              <a:t>Object oriented Model</a:t>
            </a:r>
          </a:p>
          <a:p>
            <a:pPr marL="742950" lvl="1" indent="-285750">
              <a:buClr>
                <a:srgbClr val="009CAC"/>
              </a:buClr>
              <a:buFont typeface="Arial" panose="020B0604020202020204" pitchFamily="34" charset="0"/>
              <a:buChar char="•"/>
            </a:pPr>
            <a:r>
              <a:rPr lang="en-US" dirty="0"/>
              <a:t>Hierarchical Model</a:t>
            </a:r>
          </a:p>
          <a:p>
            <a:pPr marL="742950" lvl="1" indent="-285750">
              <a:buClr>
                <a:srgbClr val="009CAC"/>
              </a:buClr>
              <a:buFont typeface="Arial" panose="020B0604020202020204" pitchFamily="34" charset="0"/>
              <a:buChar char="•"/>
            </a:pPr>
            <a:r>
              <a:rPr lang="en-US" dirty="0"/>
              <a:t>Network Model</a:t>
            </a:r>
          </a:p>
          <a:p>
            <a:pPr marL="742950" lvl="1" indent="-285750">
              <a:buClr>
                <a:srgbClr val="009CAC"/>
              </a:buClr>
              <a:buFont typeface="Arial" panose="020B0604020202020204" pitchFamily="34" charset="0"/>
              <a:buChar char="•"/>
            </a:pPr>
            <a:r>
              <a:rPr lang="en-US" dirty="0"/>
              <a:t>Graph Model</a:t>
            </a:r>
          </a:p>
          <a:p>
            <a:pPr marL="742950" lvl="1" indent="-285750">
              <a:buClr>
                <a:srgbClr val="009CAC"/>
              </a:buClr>
              <a:buFont typeface="Arial" panose="020B0604020202020204" pitchFamily="34" charset="0"/>
              <a:buChar char="•"/>
            </a:pPr>
            <a:r>
              <a:rPr lang="en-US" dirty="0"/>
              <a:t>Document Model</a:t>
            </a:r>
          </a:p>
        </p:txBody>
      </p:sp>
    </p:spTree>
    <p:extLst>
      <p:ext uri="{BB962C8B-B14F-4D97-AF65-F5344CB8AC3E}">
        <p14:creationId xmlns:p14="http://schemas.microsoft.com/office/powerpoint/2010/main" val="4228438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04B36-8C7E-54EF-B397-66229505A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D3748"/>
                </a:solidFill>
                <a:effectLst/>
                <a:latin typeface="-apple-system"/>
              </a:rPr>
              <a:t>Relational database Vs. object-oriented database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765E8-8B16-4E1E-DC35-5291EC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Aisha Al-Sadi | HTU | Al Hussein Technical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D8A10D-B82E-1FFC-77B3-E0DA916D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61F265E-D4D8-F79B-96EE-CA8BE9E87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590729"/>
              </p:ext>
            </p:extLst>
          </p:nvPr>
        </p:nvGraphicFramePr>
        <p:xfrm>
          <a:off x="1154082" y="2060090"/>
          <a:ext cx="10058401" cy="36760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18672">
                  <a:extLst>
                    <a:ext uri="{9D8B030D-6E8A-4147-A177-3AD203B41FA5}">
                      <a16:colId xmlns:a16="http://schemas.microsoft.com/office/drawing/2014/main" val="3317709319"/>
                    </a:ext>
                  </a:extLst>
                </a:gridCol>
                <a:gridCol w="3700631">
                  <a:extLst>
                    <a:ext uri="{9D8B030D-6E8A-4147-A177-3AD203B41FA5}">
                      <a16:colId xmlns:a16="http://schemas.microsoft.com/office/drawing/2014/main" val="906748634"/>
                    </a:ext>
                  </a:extLst>
                </a:gridCol>
                <a:gridCol w="3639098">
                  <a:extLst>
                    <a:ext uri="{9D8B030D-6E8A-4147-A177-3AD203B41FA5}">
                      <a16:colId xmlns:a16="http://schemas.microsoft.com/office/drawing/2014/main" val="4051272071"/>
                    </a:ext>
                  </a:extLst>
                </a:gridCol>
              </a:tblGrid>
              <a:tr h="4410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Criteria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58138" marB="5813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Relational Database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58138" marB="5813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Object Oriented Database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58138" marB="58138" anchor="ctr"/>
                </a:tc>
                <a:extLst>
                  <a:ext uri="{0D108BD9-81ED-4DB2-BD59-A6C34878D82A}">
                    <a16:rowId xmlns:a16="http://schemas.microsoft.com/office/drawing/2014/main" val="311967877"/>
                  </a:ext>
                </a:extLst>
              </a:tr>
              <a:tr h="68617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Definition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58138" marB="5813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Data is stored in tables which consist of rows and columns.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58138" marB="58138" anchor="ctr"/>
                </a:tc>
                <a:tc>
                  <a:txBody>
                    <a:bodyPr/>
                    <a:lstStyle/>
                    <a:p>
                      <a:pPr marL="0" marR="33147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Data is stored in objects. Objects contain data.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58138" marB="58138" anchor="ctr"/>
                </a:tc>
                <a:extLst>
                  <a:ext uri="{0D108BD9-81ED-4DB2-BD59-A6C34878D82A}">
                    <a16:rowId xmlns:a16="http://schemas.microsoft.com/office/drawing/2014/main" val="3553310889"/>
                  </a:ext>
                </a:extLst>
              </a:tr>
              <a:tr h="68617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Type of data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58138" marB="5813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Relational database has single type of data.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58138" marB="5813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It can handle different types of data.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58138" marB="58138" anchor="ctr"/>
                </a:tc>
                <a:extLst>
                  <a:ext uri="{0D108BD9-81ED-4DB2-BD59-A6C34878D82A}">
                    <a16:rowId xmlns:a16="http://schemas.microsoft.com/office/drawing/2014/main" val="2644022656"/>
                  </a:ext>
                </a:extLst>
              </a:tr>
              <a:tr h="9313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How data is stored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58138" marB="5813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Data is stored in the form of tables (having rows and columns).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58138" marB="5813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Data is stored in the form of objects.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58138" marB="58138" anchor="ctr"/>
                </a:tc>
                <a:extLst>
                  <a:ext uri="{0D108BD9-81ED-4DB2-BD59-A6C34878D82A}">
                    <a16:rowId xmlns:a16="http://schemas.microsoft.com/office/drawing/2014/main" val="4036762843"/>
                  </a:ext>
                </a:extLst>
              </a:tr>
              <a:tr h="9313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Data Manipulation Language (DML)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58138" marB="5813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DML is as powerful as relational algebra. Such as SQL, QUEL and QBE.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58138" marB="5813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DML is incorporated into object-oriented programming languages, such as C++, C# 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8138" marR="58138" marT="58138" marB="58138" anchor="ctr"/>
                </a:tc>
                <a:extLst>
                  <a:ext uri="{0D108BD9-81ED-4DB2-BD59-A6C34878D82A}">
                    <a16:rowId xmlns:a16="http://schemas.microsoft.com/office/drawing/2014/main" val="4058519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4089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41AB4-6A14-BF82-C128-A94CD3E88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034B6-3BDF-9049-4B43-E2409BDED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1963" indent="-342900">
              <a:buFont typeface="Wingdings" panose="05000000000000000000" pitchFamily="2" charset="2"/>
              <a:buChar char="§"/>
            </a:pPr>
            <a:r>
              <a:rPr lang="en-US" dirty="0" err="1"/>
              <a:t>Elmasri</a:t>
            </a:r>
            <a:r>
              <a:rPr lang="en-US" dirty="0"/>
              <a:t>, R., &amp; Navathe, S. (2017). Fundamentals of database systems (Vol. 7). Pearson</a:t>
            </a:r>
          </a:p>
          <a:p>
            <a:pPr marL="461963" indent="-342900">
              <a:buFont typeface="Wingdings" panose="05000000000000000000" pitchFamily="2" charset="2"/>
              <a:buChar char="§"/>
            </a:pPr>
            <a:r>
              <a:rPr lang="en-US" dirty="0"/>
              <a:t>Eng. Lina’s slides</a:t>
            </a:r>
          </a:p>
          <a:p>
            <a:pPr marL="461963" indent="-342900">
              <a:buFont typeface="Wingdings" panose="05000000000000000000" pitchFamily="2" charset="2"/>
              <a:buChar char="§"/>
            </a:pPr>
            <a:r>
              <a:rPr lang="en-US" dirty="0"/>
              <a:t>Dr. </a:t>
            </a:r>
            <a:r>
              <a:rPr lang="en-US" dirty="0" err="1"/>
              <a:t>Raneem’s</a:t>
            </a:r>
            <a:r>
              <a:rPr lang="en-US" dirty="0"/>
              <a:t> slides.</a:t>
            </a:r>
          </a:p>
          <a:p>
            <a:endParaRPr lang="en-US" dirty="0"/>
          </a:p>
          <a:p>
            <a:pPr marL="290513" indent="-290513">
              <a:buFont typeface="Wingdings" panose="05000000000000000000" pitchFamily="2" charset="2"/>
              <a:buChar char="§"/>
              <a:tabLst>
                <a:tab pos="344488" algn="l"/>
              </a:tabLst>
            </a:pPr>
            <a:endParaRPr lang="en-US" dirty="0"/>
          </a:p>
          <a:p>
            <a:pPr marL="290513" indent="-290513">
              <a:buFont typeface="Wingdings" panose="05000000000000000000" pitchFamily="2" charset="2"/>
              <a:buChar char="§"/>
              <a:tabLst>
                <a:tab pos="344488" algn="l"/>
              </a:tabLst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26DC82-668E-C3E8-BCE4-C520F37DD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Eng. Aisha Al-Sadi | HTU | Al Hussein Technical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3A2777-CC45-861F-7441-CDCC8F3B7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7C469-14A9-4BE4-BDC2-AF98C32D29B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861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8.09.12"/>
  <p:tag name="AS_TITLE" val="Aspose.Slides for .NET 2.0"/>
  <p:tag name="AS_VERSION" val="18.9"/>
</p:tagLst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a8be0f-7015-4e50-9564-35eed95e1d4b" xsi:nil="true"/>
    <lcf76f155ced4ddcb4097134ff3c332f xmlns="20e1e97f-73d7-4e18-a866-c21287f5beb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25F4A22F9A2244AB4191CB94A9A122" ma:contentTypeVersion="12" ma:contentTypeDescription="Create a new document." ma:contentTypeScope="" ma:versionID="78c05d3e7b76959abcce1c7855191722">
  <xsd:schema xmlns:xsd="http://www.w3.org/2001/XMLSchema" xmlns:xs="http://www.w3.org/2001/XMLSchema" xmlns:p="http://schemas.microsoft.com/office/2006/metadata/properties" xmlns:ns2="20e1e97f-73d7-4e18-a866-c21287f5beba" xmlns:ns3="61a8be0f-7015-4e50-9564-35eed95e1d4b" targetNamespace="http://schemas.microsoft.com/office/2006/metadata/properties" ma:root="true" ma:fieldsID="cebcee57a684f7b0fa8fb183cc3edcdc" ns2:_="" ns3:_="">
    <xsd:import namespace="20e1e97f-73d7-4e18-a866-c21287f5beba"/>
    <xsd:import namespace="61a8be0f-7015-4e50-9564-35eed95e1d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e1e97f-73d7-4e18-a866-c21287f5be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07ed373-0d48-45e2-9f92-3017cfc5a9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a8be0f-7015-4e50-9564-35eed95e1d4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49b9ce2e-66ea-4c8f-8db8-7f7bee885ef5}" ma:internalName="TaxCatchAll" ma:showField="CatchAllData" ma:web="61a8be0f-7015-4e50-9564-35eed95e1d4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6084F0-2B49-46EC-84ED-81A3990F9A86}">
  <ds:schemaRefs>
    <ds:schemaRef ds:uri="61a8be0f-7015-4e50-9564-35eed95e1d4b"/>
    <ds:schemaRef ds:uri="http://purl.org/dc/dcmitype/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0e1e97f-73d7-4e18-a866-c21287f5beba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01E5BD6F-0E93-4244-A4D2-6CBC10D1AF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e1e97f-73d7-4e18-a866-c21287f5beba"/>
    <ds:schemaRef ds:uri="61a8be0f-7015-4e50-9564-35eed95e1d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031468-1276-4EEB-AA39-8B8BAE09F25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7903</TotalTime>
  <Words>1212</Words>
  <Application>Microsoft Office PowerPoint</Application>
  <PresentationFormat>Widescreen</PresentationFormat>
  <Paragraphs>209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-apple-system</vt:lpstr>
      <vt:lpstr>Arial</vt:lpstr>
      <vt:lpstr>Calibri</vt:lpstr>
      <vt:lpstr>Calibri (Body)</vt:lpstr>
      <vt:lpstr>Calibri Light</vt:lpstr>
      <vt:lpstr>Helvetica Neue</vt:lpstr>
      <vt:lpstr>Trebuchet MS</vt:lpstr>
      <vt:lpstr>urw-din</vt:lpstr>
      <vt:lpstr>Wingdings</vt:lpstr>
      <vt:lpstr>Retrospect</vt:lpstr>
      <vt:lpstr>Database Development &amp; Design </vt:lpstr>
      <vt:lpstr>Outline</vt:lpstr>
      <vt:lpstr>Definitions </vt:lpstr>
      <vt:lpstr>Data vs. Information </vt:lpstr>
      <vt:lpstr>What Is The Database? </vt:lpstr>
      <vt:lpstr>Types of Databases </vt:lpstr>
      <vt:lpstr>Database </vt:lpstr>
      <vt:lpstr>Advantages of Database Approach </vt:lpstr>
      <vt:lpstr>Database Management System </vt:lpstr>
      <vt:lpstr>Advantages of DBMS </vt:lpstr>
      <vt:lpstr>Relational Database Management System (RDBMS)</vt:lpstr>
      <vt:lpstr>Relational Database Management System (RDBMS)</vt:lpstr>
      <vt:lpstr>Data Models </vt:lpstr>
      <vt:lpstr>Relational database Vs. object-oriented database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Aisha Alsadi</cp:lastModifiedBy>
  <cp:revision>697</cp:revision>
  <dcterms:created xsi:type="dcterms:W3CDTF">2016-11-07T09:21:29Z</dcterms:created>
  <dcterms:modified xsi:type="dcterms:W3CDTF">2023-07-17T18:08:35Z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0x0101004C25F4A22F9A2244AB4191CB94A9A122</vt:lpwstr>
  </property>
</Properties>
</file>